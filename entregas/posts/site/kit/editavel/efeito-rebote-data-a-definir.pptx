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Café da manhã com as famílias</a:t>
            </a:r>
          </a:p>
          <a:p/>
          <a:p>
            <a:r>
              <a:t>LEGENDA PRONTA</a:t>
            </a:r>
          </a:p>
          <a:p>
            <a:r>
              <a:t>Um café da manhã para quem atravessa a cidade para visitar alguém.</a:t>
            </a:r>
          </a:p>
          <a:p/>
          <a:p>
            <a:r>
              <a:t>[Preencher depois do evento: 2 frases sobre o acolhimento.]</a:t>
            </a:r>
          </a:p>
          <a:p/>
          <a:p>
            <a:r>
              <a:t>O vínculo com a família é um dos apoios mais importantes para quem vai recomeçar. Acolher quem visita, principalmente as crianças, faz parte do Efeito Rebote.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(foto de referência)" descr="Fundo listrado: troque pela foto r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orma: cap"/>
          <p:cNvSpPr/>
          <p:nvPr/>
        </p:nvSpPr>
        <p:spPr>
          <a:xfrm>
            <a:off x="915442" y="9737824"/>
            <a:ext cx="8456116" cy="2205484"/>
          </a:xfrm>
          <a:prstGeom prst="roundRect">
            <a:avLst>
              <a:gd name="adj" fmla="val 9328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ph"/>
          <p:cNvSpPr txBox="1"/>
          <p:nvPr/>
        </p:nvSpPr>
        <p:spPr>
          <a:xfrm>
            <a:off x="915442" y="789152"/>
            <a:ext cx="8330441" cy="8949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2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429" lang="pt-BR" spc="194">
                <a:solidFill>
                  <a:srgbClr val="4A5568"/>
                </a:solidFill>
                <a:latin typeface="Barlow"/>
                <a:ea typeface="Barlow"/>
                <a:cs typeface="Barlow"/>
              </a:rPr>
              <a:t>FOTO DA MESA OU DA EQUIPE (SEM ROSTOS DE FAMILIARES E CRIANÇAS)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326803" y="10240915"/>
            <a:ext cx="7695798" cy="7460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87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994" lang="pt-BR" spc="-9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Um café para quem visita.</a:t>
            </a:r>
          </a:p>
        </p:txBody>
      </p:sp>
      <p:sp>
        <p:nvSpPr>
          <p:cNvPr id="6" name="Texto: p"/>
          <p:cNvSpPr txBox="1"/>
          <p:nvPr/>
        </p:nvSpPr>
        <p:spPr>
          <a:xfrm>
            <a:off x="1326803" y="11024136"/>
            <a:ext cx="7367558" cy="4826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80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754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Acolhimento às famílias em dia de visitação.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o: tag"/>
          <p:cNvSpPr txBox="1"/>
          <p:nvPr/>
        </p:nvSpPr>
        <p:spPr>
          <a:xfrm>
            <a:off x="915442" y="1079840"/>
            <a:ext cx="119647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Por quê</a:t>
            </a:r>
          </a:p>
        </p:txBody>
      </p:sp>
      <p:sp>
        <p:nvSpPr>
          <p:cNvPr id="7" name="Texto: h2"/>
          <p:cNvSpPr txBox="1"/>
          <p:nvPr/>
        </p:nvSpPr>
        <p:spPr>
          <a:xfrm>
            <a:off x="915442" y="4868139"/>
            <a:ext cx="756761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As crianças também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sentem a distância.</a:t>
            </a:r>
          </a:p>
        </p:txBody>
      </p:sp>
      <p:sp>
        <p:nvSpPr>
          <p:cNvPr id="8" name="Texto: p"/>
          <p:cNvSpPr txBox="1"/>
          <p:nvPr/>
        </p:nvSpPr>
        <p:spPr>
          <a:xfrm>
            <a:off x="915442" y="6965418"/>
            <a:ext cx="8196120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Manter o vínculo com a família ajuda no recomeço. Acolher quem visita é parte disso.</a:t>
            </a:r>
          </a:p>
        </p:txBody>
      </p:sp>
      <p:sp>
        <p:nvSpPr>
          <p:cNvPr id="9" name="Texto: ponte"/>
          <p:cNvSpPr txBox="1"/>
          <p:nvPr/>
        </p:nvSpPr>
        <p:spPr>
          <a:xfrm>
            <a:off x="915442" y="11515488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36313" y="5430830"/>
            <a:ext cx="141437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Obrigado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754081" y="6199556"/>
            <a:ext cx="677868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cada família que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passou por aqui.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67086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Data a definir: Café da manhã com as famílias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