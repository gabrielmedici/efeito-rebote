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Uma pessoa da Triagem conta · </a:t>
            </a:r>
          </a:p>
          <a:p>
            <a:r>
              <a:t>Eu achava que era só juntar e entregar.</a:t>
            </a:r>
          </a:p>
          <a:p/>
          <a:p>
            <a:r>
              <a:t>LEGENDA PRONTA</a:t>
            </a:r>
          </a:p>
          <a:p>
            <a:r>
              <a:t>“Eu achava que era só juntar e entregar.” Foi assim que [nome, com autorização] começou na equipe de Triagem do Efeito Rebote.</a:t>
            </a:r>
          </a:p>
          <a:p/>
          <a:p>
            <a:r>
              <a:t>Cada item de higiene tem regra de tamanho e embalagem, e um item fora do padrão pode ficar na portaria da unidade. Por isso a equipe confere, separa e conta tudo, e cada número entra na prestação de contas.</a:t>
            </a:r>
          </a:p>
          <a:p/>
          <a:p>
            <a:r>
              <a:t>Na quinta que vem, por que a família acaba pagando a conta.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7044556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Eu achava que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era só juntar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 entregar.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23729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12 s · a descoberta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7728049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Cada item tem regra.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98485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12 a 22 s · o trabalho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9316373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Conferir, separar, contar.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90856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22 a 27 s · o sentido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832935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[Frase da pessoa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sobre o que aprendeu]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24533" y="5836656"/>
            <a:ext cx="263778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27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22/10: Eu achava que era só juntar e entregar.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