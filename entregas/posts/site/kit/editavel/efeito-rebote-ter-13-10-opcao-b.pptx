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B · Mito ou verdade em 3 frases · </a:t>
            </a:r>
          </a:p>
          <a:p>
            <a:r>
              <a:t>3 frases sobre higiene na prisão. Mito ou verdade?</a:t>
            </a:r>
          </a:p>
          <a:p/>
          <a:p>
            <a:r>
              <a:t>LEGENDA PRONTA</a:t>
            </a:r>
          </a:p>
          <a:p>
            <a:r>
              <a:t>A terceira frase costuma surpreender: a Lei de Execução Penal prevê locais de venda de produtos que a Administração não fornece (art. 13).</a:t>
            </a:r>
          </a:p>
          <a:p/>
          <a:p>
            <a:r>
              <a:t>O art. 12 fala em instalações higiênicas, sem citar escova de dente, e o art. 14 inclui atendimento odontológico. Por isso, quando um item de higiene falta, a pessoa presa depende de quem pode comprar.</a:t>
            </a:r>
          </a:p>
          <a:p/>
          <a:p>
            <a:r>
              <a:t>Na quinta, os 5 itens de higiene do projeto e por que cada um tem regra. Siga o perfil para acompanhar.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4795306"/>
            <a:ext cx="227844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0 a 3 s · gancho</a:t>
            </a:r>
          </a:p>
        </p:txBody>
      </p:sp>
      <p:sp>
        <p:nvSpPr>
          <p:cNvPr id="10" name="Texto: h1"/>
          <p:cNvSpPr txBox="1"/>
          <p:nvPr/>
        </p:nvSpPr>
        <p:spPr>
          <a:xfrm>
            <a:off x="915442" y="5335550"/>
            <a:ext cx="8608650" cy="3689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3 frases sobre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higiene na prisão.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Mito ou verdade?</a:t>
            </a:r>
          </a:p>
        </p:txBody>
      </p:sp>
      <p:sp>
        <p:nvSpPr>
          <p:cNvPr id="11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2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: on"/>
          <p:cNvSpPr/>
          <p:nvPr/>
        </p:nvSpPr>
        <p:spPr>
          <a:xfrm>
            <a:off x="830341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198876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3 a 11 s · frase 1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5552880"/>
            <a:ext cx="6319808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“A lei cita escova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de dente.” Mito.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: on"/>
          <p:cNvSpPr/>
          <p:nvPr/>
        </p:nvSpPr>
        <p:spPr>
          <a:xfrm>
            <a:off x="8532614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38190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11 a 19 s · frase 2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5552880"/>
            <a:ext cx="7052250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“A lei prevê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dentista.” Verdade.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532614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76180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48471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19 a 27 s · frase 3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5086155"/>
            <a:ext cx="6889849" cy="28005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“A unidade pode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vender o que não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fornece.” Verdade.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4056608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7866013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3861204" y="5836656"/>
            <a:ext cx="2564443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27 a 31 s · convite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2669381" y="6456714"/>
            <a:ext cx="4948238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Efeito Rebote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105380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Ter 13/10: 3 frases sobre higiene na prisão. Mito ou verdade?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