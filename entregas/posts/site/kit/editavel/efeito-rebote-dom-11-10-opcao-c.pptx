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C · Antes e depois em tela dividida · </a:t>
            </a:r>
          </a:p>
          <a:p>
            <a:r>
              <a:t>Economia de hoje, conta de amanhã.</a:t>
            </a:r>
          </a:p>
          <a:p/>
          <a:p>
            <a:r>
              <a:t>LEGENDA PRONTA</a:t>
            </a:r>
          </a:p>
          <a:p>
            <a:r>
              <a:t>Todo mundo já ouviu que economizar no básico sai caro depois.</a:t>
            </a:r>
          </a:p>
          <a:p/>
          <a:p>
            <a:r>
              <a:t>No sistema prisional, acontece algo parecido. Quando falta escova e pasta de dente, o Conselho da Comunidade e as famílias costumam cobrir parte da falta, segundo as inspeções da Defensoria Pública do Paraná em 2025 nas unidades de Maringá. O custo do básico sai da prisão e vai para outros bolsos.</a:t>
            </a:r>
          </a:p>
          <a:p/>
          <a:p>
            <a:r>
              <a:t>Na terça, o que a Lei de Execução Penal diz sobre higiene. 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5410264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950508"/>
            <a:ext cx="8794953" cy="24598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Economia de hoje,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conta de amanhã.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35276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10 s · o carro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865629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Pular a troca de óleo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vira conserto no motor.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67560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10 a 20 s · a prisão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842676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Faltar escova lá dentro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vira custo aqui fora.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62632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20 a 27 s · o nome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5684937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Isso tem nome: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efeito rebote.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24533" y="5836656"/>
            <a:ext cx="263778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27 a 30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Dom 11/10: Economia de hoje, conta de amanhã.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