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Dado local na capa: as 3 unidades · </a:t>
            </a:r>
          </a:p>
          <a:p>
            <a:r>
              <a:t>1.198 pessoas para 960 vagas.</a:t>
            </a:r>
          </a:p>
          <a:p/>
          <a:p>
            <a:r>
              <a:t>LEGENDA PRONTA</a:t>
            </a:r>
          </a:p>
          <a:p>
            <a:r>
              <a:t>Na Penitenciária Estadual de Maringá, eram 523 pessoas para 360 vagas no dia da inspeção, em maio de 2025.</a:t>
            </a:r>
          </a:p>
          <a:p/>
          <a:p>
            <a:r>
              <a:t>A Defensoria Pública do Paraná inspecionou as três unidades prisionais da cidade em 2025. As três estavam acima da capacidade. Faltavam escova e creme dental na Penitenciária Estadual e na Casa de Custódia, e a direção da Colônia Penal Industrial relatou que o kit de higiene não tem chegado completo.</a:t>
            </a:r>
          </a:p>
          <a:p/>
          <a:p>
            <a:r>
              <a:t>O retrato combina com o que o STF reconheceu em 2023 na ADPF 347: a falta de higiene nas prisões brasileiras é uma violação de direitos.</a:t>
            </a:r>
          </a:p>
          <a:p/>
          <a:p>
            <a:r>
              <a:t>Na quinta, os bastidores da triagem.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124091"/>
            <a:ext cx="249977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Aqui em Maringá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664335"/>
            <a:ext cx="7740328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1.198 pessoas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para 960 vagas.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7623980"/>
            <a:ext cx="5685836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a Defensoria Pública encontrou nas três unidades prisionais da cidade.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515724"/>
            <a:ext cx="6591240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Defensoria Pública do PR, Casa de Custódia, 21/03/2025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937373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39144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75635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21042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8575328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02940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97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145988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lotação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585099"/>
            <a:ext cx="903757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Pessoas presas e vagas,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no dia da inspeção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51550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it"/>
          <p:cNvSpPr txBox="1"/>
          <p:nvPr/>
        </p:nvSpPr>
        <p:spPr>
          <a:xfrm>
            <a:off x="2175867" y="5240944"/>
            <a:ext cx="685019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Penitenciária Estadual: 523 para 360 vagas (13/05/2025)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334479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it"/>
          <p:cNvSpPr txBox="1"/>
          <p:nvPr/>
        </p:nvSpPr>
        <p:spPr>
          <a:xfrm>
            <a:off x="2175867" y="7059921"/>
            <a:ext cx="777806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Casa de Custódia: 1.198 para 960 vagas (21/03/2025)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153456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8878898"/>
            <a:ext cx="701420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Colônia Penal Industrial: 423 para 330 vagas (ago./2025)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190517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 higiene?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091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359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4399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higiene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706816"/>
            <a:ext cx="542823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Faltavam itens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 uso diário.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296"/>
            <a:ext cx="7538076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Penitenciária Estadual: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faltavam pasta de dente, aparelho de barbear e escova.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Casa de Custódia: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faltaram creme dental e escova.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302119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na Colônia Penal?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859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350578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Colônia Penal Industrial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658572"/>
            <a:ext cx="863844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kit de higiene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tem chegado completo.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7037448"/>
            <a:ext cx="8583891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Segundo a direção, o Conselho da Comunidade supre parte da falta.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355194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Isso acontece só aqui?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388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846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Supremo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2773664"/>
            <a:ext cx="7948077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STF reconheceu um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cenário de violação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massiva de direitos.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593"/>
            <a:ext cx="7492535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“[...] são negados aos presos, por exemplo, os direitos à integridade física, alimentação,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higiene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, saúde, estudo e trabalho.”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9474360"/>
            <a:ext cx="6519535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ADPF 347, julgada em 04/10/2023.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810717" y="5989989"/>
            <a:ext cx="66655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Os bastidores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triagem dos itens.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20/10: 1.198 pessoas para 960 vagas.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