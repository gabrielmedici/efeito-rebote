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Pergunta na capa: por que tanta regra? · </a:t>
            </a:r>
          </a:p>
          <a:p>
            <a:r>
              <a:t>Por que um item de higiene precisa de tamanho certo para entrar na prisão?</a:t>
            </a:r>
          </a:p>
          <a:p/>
          <a:p>
            <a:r>
              <a:t>LEGENDA PRONTA</a:t>
            </a:r>
          </a:p>
          <a:p>
            <a:r>
              <a:t>Nem todo creme dental entra numa unidade prisional.</a:t>
            </a:r>
          </a:p>
          <a:p/>
          <a:p>
            <a:r>
              <a:t>Cada unidade define o tipo, o tamanho e a embalagem do que pode entrar, como parte das regras de segurança. Por isso a lista do Efeito Rebote tem especificação em cada item, do creme dental de até 100 g ao detergente em embalagem transparente.</a:t>
            </a:r>
          </a:p>
          <a:p/>
          <a:p>
            <a:r>
              <a:t>Os cinco itens foram escolhidos porque são de uso diário e faltaram nas inspeções da Defensoria Pública do Paraná em 2025, nas unidades de Maringá.</a:t>
            </a:r>
          </a:p>
          <a:p/>
          <a:p>
            <a:r>
              <a:t>Salve para consultar depois. Na terça, o que mais a Defensoria encontrou.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2875572"/>
            <a:ext cx="169595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Para salvar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3415816"/>
            <a:ext cx="8870915" cy="6149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um item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higiene precisa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tamanho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certo para entrar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na prisão?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10065207"/>
            <a:ext cx="615375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A resposta está nas regras das unidades.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5189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resposta curta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573145"/>
            <a:ext cx="419385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Segurança.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6018571"/>
            <a:ext cx="8610234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Cada unidade prisional define o tipo, o tamanho e a embalagem do que entra. Quem não segue a regra pode ter o item barrado. [PENDENTE: confirmar o motivo com a unidade]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325988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quais são os itens?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18298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45995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464775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61125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9396264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85033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927" y="11534180"/>
            <a:ext cx="380554" cy="380554"/>
          </a:xfrm>
          <a:prstGeom prst="rect">
            <a:avLst/>
          </a:prstGeom>
        </p:spPr>
      </p:pic>
      <p:sp>
        <p:nvSpPr>
          <p:cNvPr id="1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o: tag"/>
          <p:cNvSpPr txBox="1"/>
          <p:nvPr/>
        </p:nvSpPr>
        <p:spPr>
          <a:xfrm>
            <a:off x="915442" y="1018941"/>
            <a:ext cx="99019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lista</a:t>
            </a:r>
          </a:p>
        </p:txBody>
      </p:sp>
      <p:sp>
        <p:nvSpPr>
          <p:cNvPr id="19" name="Texto: h2"/>
          <p:cNvSpPr txBox="1"/>
          <p:nvPr/>
        </p:nvSpPr>
        <p:spPr>
          <a:xfrm>
            <a:off x="915442" y="1764163"/>
            <a:ext cx="7505893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Os 5 itens do projeto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88378" y="3584010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3569455"/>
            <a:ext cx="429028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dental simples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283" y="5048776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5034221"/>
            <a:ext cx="494234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 dental de até 100 g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56618" y="6690648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6416090"/>
            <a:ext cx="670679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 de barbear descartável, 2 lâminas</a:t>
            </a:r>
          </a:p>
        </p:txBody>
      </p:sp>
      <p:sp>
        <p:nvSpPr>
          <p:cNvPr id="26" name="Texto: span"/>
          <p:cNvSpPr txBox="1"/>
          <p:nvPr/>
        </p:nvSpPr>
        <p:spPr>
          <a:xfrm>
            <a:off x="1446624" y="83325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7" name="Texto: it"/>
          <p:cNvSpPr txBox="1"/>
          <p:nvPr/>
        </p:nvSpPr>
        <p:spPr>
          <a:xfrm>
            <a:off x="2175867" y="8317965"/>
            <a:ext cx="642671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Sabão em pó, pacote de até 500 g</a:t>
            </a:r>
          </a:p>
        </p:txBody>
      </p:sp>
      <p:sp>
        <p:nvSpPr>
          <p:cNvPr id="28" name="Texto: span"/>
          <p:cNvSpPr txBox="1"/>
          <p:nvPr/>
        </p:nvSpPr>
        <p:spPr>
          <a:xfrm>
            <a:off x="1455963" y="9974392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29" name="Texto: it"/>
          <p:cNvSpPr txBox="1"/>
          <p:nvPr/>
        </p:nvSpPr>
        <p:spPr>
          <a:xfrm>
            <a:off x="2175867" y="9699834"/>
            <a:ext cx="5899925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 em embalagem transparente, até 500 ml</a:t>
            </a:r>
          </a:p>
        </p:txBody>
      </p:sp>
      <p:sp>
        <p:nvSpPr>
          <p:cNvPr id="30" name="Texto: ponte"/>
          <p:cNvSpPr txBox="1"/>
          <p:nvPr/>
        </p:nvSpPr>
        <p:spPr>
          <a:xfrm>
            <a:off x="915442" y="11496457"/>
            <a:ext cx="4352821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 que esses e não outros?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091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11243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Por que esses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3706816"/>
            <a:ext cx="600122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Porque faltaram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Maringá.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485296"/>
            <a:ext cx="6991058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Nas inspeções de 2025, 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Defensoria Pública do Paraná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registrou falta de escova, pasta de dente e aparelho de barbear em unidades da cidade.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220218" y="8799463"/>
            <a:ext cx="5846564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4903206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247552" y="5523264"/>
            <a:ext cx="779189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a Defensoria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encontrou nas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371755" y="9038830"/>
            <a:ext cx="5543490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Salve para consultar depois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15/10: Por que um item de higiene precisa de tamanho certo para entrar na prisão?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