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Visita às unidades</a:t>
            </a:r>
          </a:p>
          <a:p/>
          <a:p>
            <a:r>
              <a:t>LEGENDA PRONTA</a:t>
            </a:r>
          </a:p>
          <a:p>
            <a:r>
              <a:t>Hoje o Efeito Rebote conheceu de perto as unidades prisionais de Maringá.</a:t>
            </a:r>
          </a:p>
          <a:p/>
          <a:p>
            <a:r>
              <a:t>[Preencher depois da visita: 2 ou 3 frases sobre o que a equipe viu e aprendeu.]</a:t>
            </a:r>
          </a:p>
          <a:p/>
          <a:p>
            <a:r>
              <a:t>Também entregamos os itens de higiene arrecadados com a ajuda de vocês: [PENDENTE: quantidade por unidade].</a:t>
            </a:r>
          </a:p>
          <a:p/>
          <a:p>
            <a:r>
              <a:t>Obrigado a todos que fizeram parte disso.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 (foto de referência)" descr="Fundo listrado: troque pela foto re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Forma: cap"/>
          <p:cNvSpPr/>
          <p:nvPr/>
        </p:nvSpPr>
        <p:spPr>
          <a:xfrm>
            <a:off x="915442" y="9737824"/>
            <a:ext cx="8456116" cy="2205484"/>
          </a:xfrm>
          <a:prstGeom prst="roundRect">
            <a:avLst>
              <a:gd name="adj" fmla="val 9328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ph"/>
          <p:cNvSpPr txBox="1"/>
          <p:nvPr/>
        </p:nvSpPr>
        <p:spPr>
          <a:xfrm>
            <a:off x="915442" y="866305"/>
            <a:ext cx="8083684" cy="8949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2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429" lang="pt-BR" spc="194">
                <a:solidFill>
                  <a:srgbClr val="4A5568"/>
                </a:solidFill>
                <a:latin typeface="Barlow"/>
                <a:ea typeface="Barlow"/>
                <a:cs typeface="Barlow"/>
              </a:rPr>
              <a:t>FOTO DA EQUIPE NA ENTRADA (FACHADA, SEM PESSOAS PRIVADAS DE LIBERDADE)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1326803" y="10073442"/>
            <a:ext cx="8146986" cy="7460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87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5994" lang="pt-BR" spc="-9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Hoje, conhecemos de perto.</a:t>
            </a:r>
          </a:p>
        </p:txBody>
      </p:sp>
      <p:sp>
        <p:nvSpPr>
          <p:cNvPr id="6" name="Texto: p"/>
          <p:cNvSpPr txBox="1"/>
          <p:nvPr/>
        </p:nvSpPr>
        <p:spPr>
          <a:xfrm>
            <a:off x="1326803" y="11087093"/>
            <a:ext cx="8083957" cy="4826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80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754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Visita técnica às unidades prisionais de Maringá.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300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185033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 que vimos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4658572"/>
            <a:ext cx="6159535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[Preencher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depois da visita]</a:t>
            </a:r>
          </a:p>
        </p:txBody>
      </p:sp>
      <p:sp>
        <p:nvSpPr>
          <p:cNvPr id="9" name="Texto: p"/>
          <p:cNvSpPr txBox="1"/>
          <p:nvPr/>
        </p:nvSpPr>
        <p:spPr>
          <a:xfrm>
            <a:off x="915442" y="7037448"/>
            <a:ext cx="7819957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Escreva só o que a equipe viu ou ouviu da direção, sem generalizar.</a:t>
            </a:r>
          </a:p>
        </p:txBody>
      </p:sp>
      <p:sp>
        <p:nvSpPr>
          <p:cNvPr id="10" name="Texto: ponte"/>
          <p:cNvSpPr txBox="1"/>
          <p:nvPr/>
        </p:nvSpPr>
        <p:spPr>
          <a:xfrm>
            <a:off x="915442" y="11496457"/>
            <a:ext cx="1723132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os itens?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6144518"/>
            <a:ext cx="8437066" cy="1884462"/>
          </a:xfrm>
          <a:prstGeom prst="roundRect">
            <a:avLst>
              <a:gd name="adj" fmla="val 10412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o: tag"/>
          <p:cNvSpPr txBox="1"/>
          <p:nvPr/>
        </p:nvSpPr>
        <p:spPr>
          <a:xfrm>
            <a:off x="915442" y="1018941"/>
            <a:ext cx="124395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Entrega</a:t>
            </a:r>
          </a:p>
        </p:txBody>
      </p:sp>
      <p:sp>
        <p:nvSpPr>
          <p:cNvPr id="9" name="Texto: h2"/>
          <p:cNvSpPr txBox="1"/>
          <p:nvPr/>
        </p:nvSpPr>
        <p:spPr>
          <a:xfrm>
            <a:off x="915442" y="4725694"/>
            <a:ext cx="7076316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Os itens chegaram.</a:t>
            </a:r>
          </a:p>
        </p:txBody>
      </p:sp>
      <p:sp>
        <p:nvSpPr>
          <p:cNvPr id="10" name="Texto: box"/>
          <p:cNvSpPr txBox="1"/>
          <p:nvPr/>
        </p:nvSpPr>
        <p:spPr>
          <a:xfrm>
            <a:off x="1353145" y="6570723"/>
            <a:ext cx="6685737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[PENDENTE: quantidade de itens entregues por unidade]</a:t>
            </a:r>
          </a:p>
        </p:txBody>
      </p:sp>
      <p:sp>
        <p:nvSpPr>
          <p:cNvPr id="11" name="Texto: ponte"/>
          <p:cNvSpPr txBox="1"/>
          <p:nvPr/>
        </p:nvSpPr>
        <p:spPr>
          <a:xfrm>
            <a:off x="915442" y="11496457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589883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8332738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436313" y="5369931"/>
            <a:ext cx="1414373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Obrigado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495791" y="5989989"/>
            <a:ext cx="9295418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 cada pessoa que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ajudou a chegar até aqui.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572105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Qua 04/11: Visita às unidades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