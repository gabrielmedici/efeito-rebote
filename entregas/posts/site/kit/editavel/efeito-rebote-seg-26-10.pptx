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5 itens que fazem diferença numa unidade prisional.</a:t>
            </a:r>
          </a:p>
          <a:p/>
          <a:p>
            <a:r>
              <a:t>LEGENDA PRONTA</a:t>
            </a:r>
          </a:p>
          <a:p>
            <a:r>
              <a:t>Quer ajudar? Esta é a lista certa.</a:t>
            </a:r>
          </a:p>
          <a:p/>
          <a:p>
            <a:r>
              <a:t>O Efeito Rebote está arrecadando 5 itens de higiene para as unidades prisionais de Maringá:</a:t>
            </a:r>
          </a:p>
          <a:p/>
          <a:p>
            <a:r>
              <a:t>1. Escova dental simples</a:t>
            </a:r>
          </a:p>
          <a:p>
            <a:r>
              <a:t>2. Creme dental de até 100 g</a:t>
            </a:r>
          </a:p>
          <a:p>
            <a:r>
              <a:t>3. Aparelho de barbear descartável, de duas lâminas</a:t>
            </a:r>
          </a:p>
          <a:p>
            <a:r>
              <a:t>4. Sabão em pó, pacote de até 500 g</a:t>
            </a:r>
          </a:p>
          <a:p>
            <a:r>
              <a:t>5. Detergente em embalagem transparente, de até 500 ml</a:t>
            </a:r>
          </a:p>
          <a:p/>
          <a:p>
            <a:r>
              <a:t>Siga as especificações: itens fora do padrão podem não entrar nas unidades. A Triagem confere cada doação antes de levar.</a:t>
            </a:r>
          </a:p>
          <a:p/>
          <a:p>
            <a:r>
              <a:t>Pontos de coleta: [PENDENTE: pontos de coleta, dias e horários]</a:t>
            </a:r>
          </a:p>
          <a:p/>
          <a:p>
            <a:r>
              <a:t>Compartilhe a lista com quem pode ajudar.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8074223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4166387"/>
            <a:ext cx="321224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Arrecadação de itens</a:t>
            </a:r>
          </a:p>
        </p:txBody>
      </p:sp>
      <p:sp>
        <p:nvSpPr>
          <p:cNvPr id="10" name="Texto: h1"/>
          <p:cNvSpPr txBox="1"/>
          <p:nvPr/>
        </p:nvSpPr>
        <p:spPr>
          <a:xfrm>
            <a:off x="915442" y="4921833"/>
            <a:ext cx="8640410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5 itens que fazem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diferença numa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unidade prisional.</a:t>
            </a:r>
          </a:p>
        </p:txBody>
      </p:sp>
      <p:sp>
        <p:nvSpPr>
          <p:cNvPr id="11" name="Texto: lead"/>
          <p:cNvSpPr txBox="1"/>
          <p:nvPr/>
        </p:nvSpPr>
        <p:spPr>
          <a:xfrm>
            <a:off x="915442" y="8795275"/>
            <a:ext cx="6017053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Esta é a lista certa, com as especificações.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488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3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3182987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3459956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4647754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4924723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4967" y="6112520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6566595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4967" y="7931497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1243012" y="8208466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924967" y="9396264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1243012" y="9850338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964" y="11534180"/>
            <a:ext cx="380554" cy="380554"/>
          </a:xfrm>
          <a:prstGeom prst="rect">
            <a:avLst/>
          </a:prstGeom>
        </p:spPr>
      </p:pic>
      <p:sp>
        <p:nvSpPr>
          <p:cNvPr id="13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orma: on"/>
          <p:cNvSpPr/>
          <p:nvPr/>
        </p:nvSpPr>
        <p:spPr>
          <a:xfrm>
            <a:off x="830341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o: tag"/>
          <p:cNvSpPr txBox="1"/>
          <p:nvPr/>
        </p:nvSpPr>
        <p:spPr>
          <a:xfrm>
            <a:off x="915442" y="1079840"/>
            <a:ext cx="990198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A lista</a:t>
            </a:r>
          </a:p>
        </p:txBody>
      </p:sp>
      <p:sp>
        <p:nvSpPr>
          <p:cNvPr id="19" name="Texto: h2"/>
          <p:cNvSpPr txBox="1"/>
          <p:nvPr/>
        </p:nvSpPr>
        <p:spPr>
          <a:xfrm>
            <a:off x="915442" y="1973730"/>
            <a:ext cx="4792221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Itens aceitos</a:t>
            </a:r>
          </a:p>
        </p:txBody>
      </p:sp>
      <p:sp>
        <p:nvSpPr>
          <p:cNvPr id="20" name="Texto: span"/>
          <p:cNvSpPr txBox="1"/>
          <p:nvPr/>
        </p:nvSpPr>
        <p:spPr>
          <a:xfrm>
            <a:off x="1488378" y="3354610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21" name="Texto: li"/>
          <p:cNvSpPr txBox="1"/>
          <p:nvPr/>
        </p:nvSpPr>
        <p:spPr>
          <a:xfrm>
            <a:off x="2175867" y="3529439"/>
            <a:ext cx="4290283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Escova dental simples</a:t>
            </a:r>
          </a:p>
        </p:txBody>
      </p:sp>
      <p:sp>
        <p:nvSpPr>
          <p:cNvPr id="22" name="Texto: span"/>
          <p:cNvSpPr txBox="1"/>
          <p:nvPr/>
        </p:nvSpPr>
        <p:spPr>
          <a:xfrm>
            <a:off x="1456283" y="4819376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23" name="Texto: li"/>
          <p:cNvSpPr txBox="1"/>
          <p:nvPr/>
        </p:nvSpPr>
        <p:spPr>
          <a:xfrm>
            <a:off x="2175867" y="4994205"/>
            <a:ext cx="4942344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Creme dental de até 100 g</a:t>
            </a:r>
          </a:p>
        </p:txBody>
      </p:sp>
      <p:sp>
        <p:nvSpPr>
          <p:cNvPr id="24" name="Texto: span"/>
          <p:cNvSpPr txBox="1"/>
          <p:nvPr/>
        </p:nvSpPr>
        <p:spPr>
          <a:xfrm>
            <a:off x="1456618" y="6461248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5" name="Texto: li"/>
          <p:cNvSpPr txBox="1"/>
          <p:nvPr/>
        </p:nvSpPr>
        <p:spPr>
          <a:xfrm>
            <a:off x="2175867" y="6376074"/>
            <a:ext cx="6706797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Aparelho de barbear descartável, 2 lâminas</a:t>
            </a:r>
          </a:p>
        </p:txBody>
      </p:sp>
      <p:sp>
        <p:nvSpPr>
          <p:cNvPr id="26" name="Texto: span"/>
          <p:cNvSpPr txBox="1"/>
          <p:nvPr/>
        </p:nvSpPr>
        <p:spPr>
          <a:xfrm>
            <a:off x="1446624" y="8103120"/>
            <a:ext cx="278874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4</a:t>
            </a:r>
          </a:p>
        </p:txBody>
      </p:sp>
      <p:sp>
        <p:nvSpPr>
          <p:cNvPr id="27" name="Texto: li"/>
          <p:cNvSpPr txBox="1"/>
          <p:nvPr/>
        </p:nvSpPr>
        <p:spPr>
          <a:xfrm>
            <a:off x="2175867" y="8277949"/>
            <a:ext cx="6426711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Sabão em pó, pacote de até 500 g</a:t>
            </a:r>
          </a:p>
        </p:txBody>
      </p:sp>
      <p:sp>
        <p:nvSpPr>
          <p:cNvPr id="28" name="Texto: span"/>
          <p:cNvSpPr txBox="1"/>
          <p:nvPr/>
        </p:nvSpPr>
        <p:spPr>
          <a:xfrm>
            <a:off x="1455963" y="9744992"/>
            <a:ext cx="260047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5</a:t>
            </a:r>
          </a:p>
        </p:txBody>
      </p:sp>
      <p:sp>
        <p:nvSpPr>
          <p:cNvPr id="29" name="Texto: li"/>
          <p:cNvSpPr txBox="1"/>
          <p:nvPr/>
        </p:nvSpPr>
        <p:spPr>
          <a:xfrm>
            <a:off x="2175867" y="9659818"/>
            <a:ext cx="5899925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Detergente em embalagem transparente, até 500 ml</a:t>
            </a:r>
          </a:p>
        </p:txBody>
      </p:sp>
      <p:sp>
        <p:nvSpPr>
          <p:cNvPr id="30" name="Texto: ponte"/>
          <p:cNvSpPr txBox="1"/>
          <p:nvPr/>
        </p:nvSpPr>
        <p:spPr>
          <a:xfrm>
            <a:off x="915442" y="11515488"/>
            <a:ext cx="4522262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Por que tanta especificação?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680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o: tag"/>
          <p:cNvSpPr txBox="1"/>
          <p:nvPr/>
        </p:nvSpPr>
        <p:spPr>
          <a:xfrm>
            <a:off x="915442" y="1079840"/>
            <a:ext cx="1306651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Atenção</a:t>
            </a:r>
          </a:p>
        </p:txBody>
      </p:sp>
      <p:sp>
        <p:nvSpPr>
          <p:cNvPr id="9" name="Texto: h2"/>
          <p:cNvSpPr txBox="1"/>
          <p:nvPr/>
        </p:nvSpPr>
        <p:spPr>
          <a:xfrm>
            <a:off x="915442" y="4125338"/>
            <a:ext cx="6870859" cy="28005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Itens fora do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padrão podem não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entrar na unidade.</a:t>
            </a:r>
          </a:p>
        </p:txBody>
      </p:sp>
      <p:sp>
        <p:nvSpPr>
          <p:cNvPr id="10" name="Texto: p"/>
          <p:cNvSpPr txBox="1"/>
          <p:nvPr/>
        </p:nvSpPr>
        <p:spPr>
          <a:xfrm>
            <a:off x="915442" y="7156067"/>
            <a:ext cx="7519696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Por isso a lista traz tamanho e tipo de embalagem. Na dúvida, pergunte nos comentários ou no direct.</a:t>
            </a:r>
          </a:p>
        </p:txBody>
      </p:sp>
      <p:sp>
        <p:nvSpPr>
          <p:cNvPr id="11" name="Texto: ponte"/>
          <p:cNvSpPr txBox="1"/>
          <p:nvPr/>
        </p:nvSpPr>
        <p:spPr>
          <a:xfrm>
            <a:off x="915442" y="11515488"/>
            <a:ext cx="2501250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Como entregar?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4647754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4924723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6112520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6566595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4967" y="7931497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8385572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9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o: tag"/>
          <p:cNvSpPr txBox="1"/>
          <p:nvPr/>
        </p:nvSpPr>
        <p:spPr>
          <a:xfrm>
            <a:off x="915442" y="1079840"/>
            <a:ext cx="252990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Como doar certo</a:t>
            </a:r>
          </a:p>
        </p:txBody>
      </p:sp>
      <p:sp>
        <p:nvSpPr>
          <p:cNvPr id="15" name="Texto: h2"/>
          <p:cNvSpPr txBox="1"/>
          <p:nvPr/>
        </p:nvSpPr>
        <p:spPr>
          <a:xfrm>
            <a:off x="915442" y="3438496"/>
            <a:ext cx="4476750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Três passos</a:t>
            </a:r>
          </a:p>
        </p:txBody>
      </p:sp>
      <p:sp>
        <p:nvSpPr>
          <p:cNvPr id="16" name="Texto: span"/>
          <p:cNvSpPr txBox="1"/>
          <p:nvPr/>
        </p:nvSpPr>
        <p:spPr>
          <a:xfrm>
            <a:off x="1488378" y="4819376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7" name="Texto: li"/>
          <p:cNvSpPr txBox="1"/>
          <p:nvPr/>
        </p:nvSpPr>
        <p:spPr>
          <a:xfrm>
            <a:off x="2175867" y="4994205"/>
            <a:ext cx="7066984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Confira a especificação de cada item</a:t>
            </a:r>
          </a:p>
        </p:txBody>
      </p:sp>
      <p:sp>
        <p:nvSpPr>
          <p:cNvPr id="18" name="Texto: span"/>
          <p:cNvSpPr txBox="1"/>
          <p:nvPr/>
        </p:nvSpPr>
        <p:spPr>
          <a:xfrm>
            <a:off x="1456283" y="6461248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19" name="Texto: li"/>
          <p:cNvSpPr txBox="1"/>
          <p:nvPr/>
        </p:nvSpPr>
        <p:spPr>
          <a:xfrm>
            <a:off x="2175867" y="6376074"/>
            <a:ext cx="7274576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Leve ao ponto de coleta: [PENDENTE: pontos, dias e horários]</a:t>
            </a:r>
          </a:p>
        </p:txBody>
      </p:sp>
      <p:sp>
        <p:nvSpPr>
          <p:cNvPr id="20" name="Texto: span"/>
          <p:cNvSpPr txBox="1"/>
          <p:nvPr/>
        </p:nvSpPr>
        <p:spPr>
          <a:xfrm>
            <a:off x="1456618" y="8280225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1" name="Texto: li"/>
          <p:cNvSpPr txBox="1"/>
          <p:nvPr/>
        </p:nvSpPr>
        <p:spPr>
          <a:xfrm>
            <a:off x="2175867" y="8195051"/>
            <a:ext cx="6878172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 Triagem confere e separa para as unidades</a:t>
            </a:r>
          </a:p>
        </p:txBody>
      </p:sp>
      <p:sp>
        <p:nvSpPr>
          <p:cNvPr id="22" name="Texto: ponte"/>
          <p:cNvSpPr txBox="1"/>
          <p:nvPr/>
        </p:nvSpPr>
        <p:spPr>
          <a:xfrm>
            <a:off x="915442" y="1151548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935682" y="8332738"/>
            <a:ext cx="8415635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385890" y="5430830"/>
            <a:ext cx="1515219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Na quarta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132790" y="6199556"/>
            <a:ext cx="8021419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Como funciona a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ação de arrecadação.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958766" y="8670860"/>
            <a:ext cx="8369469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Compartilhe a lista com quem pode ajudar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Seg 26/10: 5 itens que fazem diferença numa unidade prisional.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