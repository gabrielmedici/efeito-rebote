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5 itens que fazem diferença numa unidade prisional.</a:t>
            </a:r>
          </a:p>
          <a:p/>
          <a:p>
            <a:r>
              <a:t>LEGENDA PRONTA</a:t>
            </a:r>
          </a:p>
          <a:p>
            <a:r>
              <a:t>Quer ajudar? Esta é a lista certa.</a:t>
            </a:r>
          </a:p>
          <a:p/>
          <a:p>
            <a:r>
              <a:t>O Efeito Rebote está arrecadando 5 itens de higiene para as unidades prisionais de Maringá:</a:t>
            </a:r>
          </a:p>
          <a:p/>
          <a:p>
            <a:r>
              <a:t>1. Escova dental simples</a:t>
            </a:r>
          </a:p>
          <a:p>
            <a:r>
              <a:t>2. Creme dental de até 100 g</a:t>
            </a:r>
          </a:p>
          <a:p>
            <a:r>
              <a:t>3. Aparelho de barbear descartável, de duas lâminas</a:t>
            </a:r>
          </a:p>
          <a:p>
            <a:r>
              <a:t>4. Sabão em pó, pacote de até 500 g</a:t>
            </a:r>
          </a:p>
          <a:p>
            <a:r>
              <a:t>5. Detergente em embalagem transparente, de até 500 ml</a:t>
            </a:r>
          </a:p>
          <a:p/>
          <a:p>
            <a:r>
              <a:t>Siga as especificações: itens fora do padrão podem não entrar nas unidades. A Triagem confere cada doação antes de levar.</a:t>
            </a:r>
          </a:p>
          <a:p/>
          <a:p>
            <a:r>
              <a:t>Pontos de coleta: [PENDENTE: pontos de coleta, dias e horários]</a:t>
            </a:r>
          </a:p>
          <a:p/>
          <a:p>
            <a:r>
              <a:t>Compartilhe a lista com quem pode ajudar.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105488"/>
            <a:ext cx="321224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Arrecadação de itens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645732"/>
            <a:ext cx="8640410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 itens que fazem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diferença numa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unidade prisional.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8835292"/>
            <a:ext cx="6017053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Esta é a lista certa, com as especificações.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18298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345995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464775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492472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611252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656659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4967" y="9396264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1243012" y="985033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964" y="11534180"/>
            <a:ext cx="380554" cy="380554"/>
          </a:xfrm>
          <a:prstGeom prst="rect">
            <a:avLst/>
          </a:prstGeom>
        </p:spPr>
      </p:pic>
      <p:sp>
        <p:nvSpPr>
          <p:cNvPr id="1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o: tag"/>
          <p:cNvSpPr txBox="1"/>
          <p:nvPr/>
        </p:nvSpPr>
        <p:spPr>
          <a:xfrm>
            <a:off x="915442" y="1018941"/>
            <a:ext cx="99019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lista</a:t>
            </a:r>
          </a:p>
        </p:txBody>
      </p:sp>
      <p:sp>
        <p:nvSpPr>
          <p:cNvPr id="19" name="Texto: h2"/>
          <p:cNvSpPr txBox="1"/>
          <p:nvPr/>
        </p:nvSpPr>
        <p:spPr>
          <a:xfrm>
            <a:off x="915442" y="1764163"/>
            <a:ext cx="479222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aceitos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88378" y="3584010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21" name="Texto: li"/>
          <p:cNvSpPr txBox="1"/>
          <p:nvPr/>
        </p:nvSpPr>
        <p:spPr>
          <a:xfrm>
            <a:off x="2175867" y="3569455"/>
            <a:ext cx="4290283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dental simples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283" y="5048776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3" name="Texto: li"/>
          <p:cNvSpPr txBox="1"/>
          <p:nvPr/>
        </p:nvSpPr>
        <p:spPr>
          <a:xfrm>
            <a:off x="2175867" y="5034221"/>
            <a:ext cx="494234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Creme dental de até 100 g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56618" y="6690648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5" name="Texto: li"/>
          <p:cNvSpPr txBox="1"/>
          <p:nvPr/>
        </p:nvSpPr>
        <p:spPr>
          <a:xfrm>
            <a:off x="2175867" y="6416090"/>
            <a:ext cx="6706797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Aparelho de barbear descartável, 2 lâminas</a:t>
            </a:r>
          </a:p>
        </p:txBody>
      </p:sp>
      <p:sp>
        <p:nvSpPr>
          <p:cNvPr id="26" name="Texto: span"/>
          <p:cNvSpPr txBox="1"/>
          <p:nvPr/>
        </p:nvSpPr>
        <p:spPr>
          <a:xfrm>
            <a:off x="1446624" y="8332520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7" name="Texto: li"/>
          <p:cNvSpPr txBox="1"/>
          <p:nvPr/>
        </p:nvSpPr>
        <p:spPr>
          <a:xfrm>
            <a:off x="2175867" y="8317965"/>
            <a:ext cx="642671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Sabão em pó, pacote de até 500 g</a:t>
            </a:r>
          </a:p>
        </p:txBody>
      </p:sp>
      <p:sp>
        <p:nvSpPr>
          <p:cNvPr id="28" name="Texto: span"/>
          <p:cNvSpPr txBox="1"/>
          <p:nvPr/>
        </p:nvSpPr>
        <p:spPr>
          <a:xfrm>
            <a:off x="1455963" y="9974392"/>
            <a:ext cx="260047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</a:t>
            </a:r>
          </a:p>
        </p:txBody>
      </p:sp>
      <p:sp>
        <p:nvSpPr>
          <p:cNvPr id="29" name="Texto: li"/>
          <p:cNvSpPr txBox="1"/>
          <p:nvPr/>
        </p:nvSpPr>
        <p:spPr>
          <a:xfrm>
            <a:off x="2175867" y="9699834"/>
            <a:ext cx="5899925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Detergente em embalagem transparente, até 500 ml</a:t>
            </a:r>
          </a:p>
        </p:txBody>
      </p:sp>
      <p:sp>
        <p:nvSpPr>
          <p:cNvPr id="30" name="Texto: ponte"/>
          <p:cNvSpPr txBox="1"/>
          <p:nvPr/>
        </p:nvSpPr>
        <p:spPr>
          <a:xfrm>
            <a:off x="915442" y="11496457"/>
            <a:ext cx="452226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Por que tanta especificação?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680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30665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Atenção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3915771"/>
            <a:ext cx="6870859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fora do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padrão podem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entrar na unidade.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7228097"/>
            <a:ext cx="7519696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Por isso a lista traz tamanho e tipo de embalagem. Na dúvida, pergunte nos comentários ou no direct.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250125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Como entregar?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64775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492472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11252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56659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93149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385572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252990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Como doar certo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228929"/>
            <a:ext cx="4476750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Três passos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04877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li"/>
          <p:cNvSpPr txBox="1"/>
          <p:nvPr/>
        </p:nvSpPr>
        <p:spPr>
          <a:xfrm>
            <a:off x="2175867" y="5034221"/>
            <a:ext cx="706698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Confira a especificação de cada item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6690648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li"/>
          <p:cNvSpPr txBox="1"/>
          <p:nvPr/>
        </p:nvSpPr>
        <p:spPr>
          <a:xfrm>
            <a:off x="2175867" y="6416090"/>
            <a:ext cx="7274576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Leve ao ponto de coleta: [PENDENTE: pontos, dias e horários]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618" y="850962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1" name="Texto: li"/>
          <p:cNvSpPr txBox="1"/>
          <p:nvPr/>
        </p:nvSpPr>
        <p:spPr>
          <a:xfrm>
            <a:off x="2175867" y="8235068"/>
            <a:ext cx="687817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Triagem confere e separa para as unidades</a:t>
            </a:r>
          </a:p>
        </p:txBody>
      </p:sp>
      <p:sp>
        <p:nvSpPr>
          <p:cNvPr id="2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935682" y="8332738"/>
            <a:ext cx="8415635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385890" y="5369931"/>
            <a:ext cx="151521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quarta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132790" y="5989989"/>
            <a:ext cx="802141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Como funciona 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ação de arrecadação.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958766" y="8572105"/>
            <a:ext cx="8369469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Compartilhe a lista com quem pode ajudar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26/10: 5 itens que fazem diferença numa unidade prisional.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