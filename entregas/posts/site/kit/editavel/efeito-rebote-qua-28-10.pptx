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Com R$ 5, você concorre a um tablet.</a:t>
            </a:r>
          </a:p>
          <a:p/>
          <a:p>
            <a:r>
              <a:t>LEGENDA PRONTA</a:t>
            </a:r>
          </a:p>
          <a:p>
            <a:r>
              <a:t>Com R$ 5, você concorre a um tablet e ajuda a comprar itens de higiene.</a:t>
            </a:r>
          </a:p>
          <a:p/>
          <a:p>
            <a:r>
              <a:t>Funciona assim: você compra um bilhete com um aluno da turma, guarda o canhoto com o seu número e acompanha o sorteio ao vivo aqui no perfil, em 02/11, com ata e testemunhas. A lista dos números participantes, sem dados pessoais, sai em 01/11.</a:t>
            </a:r>
          </a:p>
          <a:p/>
          <a:p>
            <a:r>
              <a:t>O prêmio é um tablet Samsung Galaxy Tab A11+ ou equivalente, conforme o regulamento. Descontado o custo do prêmio, o valor arrecadado compra itens de higiene para as unidades prisionais de Maringá, com nota fiscal e prestação de contas publicada aqui.</a:t>
            </a:r>
          </a:p>
          <a:p/>
          <a:p>
            <a:r>
              <a:t>Regulamento: [PENDENTE: onde fica publicado]</a:t>
            </a:r>
          </a:p>
          <a:p/>
          <a:p>
            <a:r>
              <a:t>Fale com um aluno da turma e garanta o seu número.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031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3906235"/>
            <a:ext cx="318343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Ação de arrecadação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661681"/>
            <a:ext cx="6996261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Com R$ 5,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você concorre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um tablet.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8535124"/>
            <a:ext cx="5240765" cy="1560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E ajuda a comprar itens de higiene para as unidades prisionais de Maringá.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339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4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4824859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278934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643836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92080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8108603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8385572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215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o: tag"/>
          <p:cNvSpPr txBox="1"/>
          <p:nvPr/>
        </p:nvSpPr>
        <p:spPr>
          <a:xfrm>
            <a:off x="915442" y="1079840"/>
            <a:ext cx="228891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Como funciona</a:t>
            </a:r>
          </a:p>
        </p:txBody>
      </p:sp>
      <p:sp>
        <p:nvSpPr>
          <p:cNvPr id="16" name="Texto: h2"/>
          <p:cNvSpPr txBox="1"/>
          <p:nvPr/>
        </p:nvSpPr>
        <p:spPr>
          <a:xfrm>
            <a:off x="915442" y="3615602"/>
            <a:ext cx="4629820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Em 3 passos</a:t>
            </a:r>
          </a:p>
        </p:txBody>
      </p:sp>
      <p:sp>
        <p:nvSpPr>
          <p:cNvPr id="17" name="Texto: span"/>
          <p:cNvSpPr txBox="1"/>
          <p:nvPr/>
        </p:nvSpPr>
        <p:spPr>
          <a:xfrm>
            <a:off x="1488378" y="5173587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8" name="Texto: li"/>
          <p:cNvSpPr txBox="1"/>
          <p:nvPr/>
        </p:nvSpPr>
        <p:spPr>
          <a:xfrm>
            <a:off x="2175867" y="5088413"/>
            <a:ext cx="6821394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Compre um bilhete com um aluno da turma (R$ 5,00)</a:t>
            </a:r>
          </a:p>
        </p:txBody>
      </p:sp>
      <p:sp>
        <p:nvSpPr>
          <p:cNvPr id="19" name="Texto: span"/>
          <p:cNvSpPr txBox="1"/>
          <p:nvPr/>
        </p:nvSpPr>
        <p:spPr>
          <a:xfrm>
            <a:off x="1456283" y="6815459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0" name="Texto: li"/>
          <p:cNvSpPr txBox="1"/>
          <p:nvPr/>
        </p:nvSpPr>
        <p:spPr>
          <a:xfrm>
            <a:off x="2175867" y="6990288"/>
            <a:ext cx="6983328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Guarde o canhoto com o seu número</a:t>
            </a:r>
          </a:p>
        </p:txBody>
      </p:sp>
      <p:sp>
        <p:nvSpPr>
          <p:cNvPr id="21" name="Texto: span"/>
          <p:cNvSpPr txBox="1"/>
          <p:nvPr/>
        </p:nvSpPr>
        <p:spPr>
          <a:xfrm>
            <a:off x="1456618" y="8280225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2" name="Texto: li"/>
          <p:cNvSpPr txBox="1"/>
          <p:nvPr/>
        </p:nvSpPr>
        <p:spPr>
          <a:xfrm>
            <a:off x="2175867" y="8455054"/>
            <a:ext cx="7263765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Acompanhe o sorteio ao vivo em 02/11</a:t>
            </a:r>
          </a:p>
        </p:txBody>
      </p:sp>
      <p:sp>
        <p:nvSpPr>
          <p:cNvPr id="23" name="Texto: ponte"/>
          <p:cNvSpPr txBox="1"/>
          <p:nvPr/>
        </p:nvSpPr>
        <p:spPr>
          <a:xfrm>
            <a:off x="915442" y="11515488"/>
            <a:ext cx="2594238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Qual é o prêmio?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678091"/>
            <a:ext cx="8437066" cy="1884462"/>
          </a:xfrm>
          <a:prstGeom prst="roundRect">
            <a:avLst>
              <a:gd name="adj" fmla="val 1041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685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139194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O prêmio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4468834"/>
            <a:ext cx="3787363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 tablet.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032266"/>
            <a:ext cx="7889310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Samsung Galaxy Tab A11+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(11", Wi-Fi) ou equivalente, conforme o regulamento.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7916727"/>
            <a:ext cx="7583656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 retirada pode ser feita em até 30 dias.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515339"/>
            <a:ext cx="4267855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dinheiro, para onde vai?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234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79840"/>
            <a:ext cx="2182832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Transparência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5058788"/>
            <a:ext cx="9078501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Para onde vai o dinheiro.</a:t>
            </a:r>
          </a:p>
        </p:txBody>
      </p:sp>
      <p:sp>
        <p:nvSpPr>
          <p:cNvPr id="11" name="Texto: p"/>
          <p:cNvSpPr txBox="1"/>
          <p:nvPr/>
        </p:nvSpPr>
        <p:spPr>
          <a:xfrm>
            <a:off x="915442" y="6222617"/>
            <a:ext cx="8630251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Descontado o custo do prêmio, o valor compra itens de higiene, com nota fiscal. A prestação de contas será publicada aqui.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1823159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as datas?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4470648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492472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6289625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6743700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fim"/>
          <p:cNvSpPr/>
          <p:nvPr/>
        </p:nvSpPr>
        <p:spPr>
          <a:xfrm>
            <a:off x="924967" y="8108603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8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o: tag"/>
          <p:cNvSpPr txBox="1"/>
          <p:nvPr/>
        </p:nvSpPr>
        <p:spPr>
          <a:xfrm>
            <a:off x="915442" y="1079840"/>
            <a:ext cx="91898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Datas</a:t>
            </a:r>
          </a:p>
        </p:txBody>
      </p:sp>
      <p:sp>
        <p:nvSpPr>
          <p:cNvPr id="15" name="Texto: h2"/>
          <p:cNvSpPr txBox="1"/>
          <p:nvPr/>
        </p:nvSpPr>
        <p:spPr>
          <a:xfrm>
            <a:off x="915442" y="3261391"/>
            <a:ext cx="8611270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Duas datas para anotar</a:t>
            </a:r>
          </a:p>
        </p:txBody>
      </p:sp>
      <p:sp>
        <p:nvSpPr>
          <p:cNvPr id="16" name="Texto: span"/>
          <p:cNvSpPr txBox="1"/>
          <p:nvPr/>
        </p:nvSpPr>
        <p:spPr>
          <a:xfrm>
            <a:off x="1488378" y="4819376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7" name="Texto: li"/>
          <p:cNvSpPr txBox="1"/>
          <p:nvPr/>
        </p:nvSpPr>
        <p:spPr>
          <a:xfrm>
            <a:off x="2175867" y="4734202"/>
            <a:ext cx="6985998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01/11: lista dos números participantes, sem dados pessoais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56283" y="6638353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6553180"/>
            <a:ext cx="6657088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02/11: sorteio ao vivo, com ata e testemunhas</a:t>
            </a:r>
          </a:p>
        </p:txBody>
      </p:sp>
      <p:sp>
        <p:nvSpPr>
          <p:cNvPr id="20" name="Texto: fim"/>
          <p:cNvSpPr txBox="1"/>
          <p:nvPr/>
        </p:nvSpPr>
        <p:spPr>
          <a:xfrm>
            <a:off x="1243012" y="8372157"/>
            <a:ext cx="7428836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Regulamento: [PENDENTE: onde fica publicado]</a:t>
            </a:r>
          </a:p>
        </p:txBody>
      </p:sp>
      <p:sp>
        <p:nvSpPr>
          <p:cNvPr id="21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342977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915442" y="8085832"/>
            <a:ext cx="8456116" cy="156358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868735" y="5183925"/>
            <a:ext cx="254938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Na sexta, parte 5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80001" y="5952650"/>
            <a:ext cx="7526848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 caminhos que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ajudam a não voltar.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1767780" y="8423954"/>
            <a:ext cx="7354537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Garanta seu número com um aluno da turma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Qua 28/10: Com R$ 5, você concorre a um tablet.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