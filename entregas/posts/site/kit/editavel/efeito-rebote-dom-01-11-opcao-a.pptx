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A lista oficial dos números · </a:t>
            </a:r>
          </a:p>
          <a:p>
            <a:r>
              <a:t>[PENDENTE: nº] números concorrem amanhã.</a:t>
            </a:r>
          </a:p>
          <a:p/>
          <a:p>
            <a:r>
              <a:t>LEGENDA PRONTA</a:t>
            </a:r>
          </a:p>
          <a:p>
            <a:r>
              <a:t>Seu número está nesta lista? Ela traz todos os bilhetes que concorrem no sorteio de amanhã.</a:t>
            </a:r>
          </a:p>
          <a:p/>
          <a:p>
            <a:r>
              <a:t>Publicamos só os números. Nomes e contatos ficam com a comissão financeira, e quem não encontrar o próprio número deve falar com o aluno que vendeu o bilhete.</a:t>
            </a:r>
          </a:p>
          <a:p/>
          <a:p>
            <a:r>
              <a:t>O sorteio é amanhã, 02/11, [PENDENTE: horário do sorteio], ao vivo aqui no perfil, com urna, duas testemunhas e ata.</a:t>
            </a:r>
          </a:p>
          <a:p/>
          <a:p>
            <a:r>
              <a:t>Ative o lembrete da live.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de 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7845028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21129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3490530"/>
            <a:ext cx="318343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Ação de arrecadação</a:t>
            </a:r>
          </a:p>
        </p:txBody>
      </p:sp>
      <p:sp>
        <p:nvSpPr>
          <p:cNvPr id="11" name="Texto: h1"/>
          <p:cNvSpPr txBox="1"/>
          <p:nvPr/>
        </p:nvSpPr>
        <p:spPr>
          <a:xfrm>
            <a:off x="915442" y="4030774"/>
            <a:ext cx="6009248" cy="4919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[PENDENTE: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nº] números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concorrem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amanhã.</a:t>
            </a:r>
          </a:p>
        </p:txBody>
      </p:sp>
      <p:sp>
        <p:nvSpPr>
          <p:cNvPr id="12" name="Texto: lead"/>
          <p:cNvSpPr txBox="1"/>
          <p:nvPr/>
        </p:nvSpPr>
        <p:spPr>
          <a:xfrm>
            <a:off x="915442" y="9450249"/>
            <a:ext cx="5841807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Confira aqui a lista oficial, sem dados pessoais.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4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165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232067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Como ler a lista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849221"/>
            <a:ext cx="8598664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Só o número do bilhete.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6294647"/>
            <a:ext cx="8765090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Nomes e telefones ficam com a comissão financeira. Se o seu número não estiver aqui, fale com o aluno que vendeu o bilhete.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3572083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Quais são os números?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144518"/>
            <a:ext cx="8437066" cy="1884462"/>
          </a:xfrm>
          <a:prstGeom prst="roundRect">
            <a:avLst>
              <a:gd name="adj" fmla="val 1041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064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0026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Lista 1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4725694"/>
            <a:ext cx="844575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Números participantes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6570723"/>
            <a:ext cx="7909551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[PENDENTE: faixa de números, gerada da planilha de controle]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95167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os outros?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: box"/>
          <p:cNvSpPr/>
          <p:nvPr/>
        </p:nvSpPr>
        <p:spPr>
          <a:xfrm>
            <a:off x="924967" y="6611243"/>
            <a:ext cx="8437066" cy="1884462"/>
          </a:xfrm>
          <a:prstGeom prst="roundRect">
            <a:avLst>
              <a:gd name="adj" fmla="val 10412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055" y="11534180"/>
            <a:ext cx="380554" cy="380554"/>
          </a:xfrm>
          <a:prstGeom prst="rect">
            <a:avLst/>
          </a:prstGeom>
        </p:spPr>
      </p:pic>
      <p:sp>
        <p:nvSpPr>
          <p:cNvPr id="4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o: tag"/>
          <p:cNvSpPr txBox="1"/>
          <p:nvPr/>
        </p:nvSpPr>
        <p:spPr>
          <a:xfrm>
            <a:off x="915442" y="1018941"/>
            <a:ext cx="106894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Lista 2</a:t>
            </a:r>
          </a:p>
        </p:txBody>
      </p:sp>
      <p:sp>
        <p:nvSpPr>
          <p:cNvPr id="11" name="Texto: h2"/>
          <p:cNvSpPr txBox="1"/>
          <p:nvPr/>
        </p:nvSpPr>
        <p:spPr>
          <a:xfrm>
            <a:off x="915442" y="4258969"/>
            <a:ext cx="8445758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Números participantes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(continuação)</a:t>
            </a:r>
          </a:p>
        </p:txBody>
      </p:sp>
      <p:sp>
        <p:nvSpPr>
          <p:cNvPr id="12" name="Texto: box"/>
          <p:cNvSpPr txBox="1"/>
          <p:nvPr/>
        </p:nvSpPr>
        <p:spPr>
          <a:xfrm>
            <a:off x="1353145" y="7037448"/>
            <a:ext cx="7909551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[PENDENTE: faixa de números, gerada da planilha de controle]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457"/>
            <a:ext cx="1869162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sorteio?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7845028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1018941"/>
            <a:ext cx="128422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Amanhã</a:t>
            </a:r>
          </a:p>
        </p:txBody>
      </p:sp>
      <p:sp>
        <p:nvSpPr>
          <p:cNvPr id="10" name="Texto: h2"/>
          <p:cNvSpPr txBox="1"/>
          <p:nvPr/>
        </p:nvSpPr>
        <p:spPr>
          <a:xfrm>
            <a:off x="915442" y="4382496"/>
            <a:ext cx="570376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Sorteio ao vivo,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aqui no perfil.</a:t>
            </a:r>
          </a:p>
        </p:txBody>
      </p:sp>
      <p:sp>
        <p:nvSpPr>
          <p:cNvPr id="11" name="Texto: p"/>
          <p:cNvSpPr txBox="1"/>
          <p:nvPr/>
        </p:nvSpPr>
        <p:spPr>
          <a:xfrm>
            <a:off x="915442" y="6761372"/>
            <a:ext cx="8107195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02/11, [PENDENTE: horário do sorteio], com urna, duas testemunhas, ata e a presença da prof.ª Camila.</a:t>
            </a:r>
          </a:p>
        </p:txBody>
      </p:sp>
      <p:sp>
        <p:nvSpPr>
          <p:cNvPr id="12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607022" y="8332738"/>
            <a:ext cx="5072955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501314" y="5369931"/>
            <a:ext cx="128422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Amanhã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132790" y="5989989"/>
            <a:ext cx="802141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Sorteio ao vivo da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ação de arrecadação.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797239" y="8572105"/>
            <a:ext cx="4692521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Ative o lembrete da live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Dom 01/11: [PENDENTE: nº] números concorrem amanhã.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