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Sorteio hoje</a:t>
            </a:r>
          </a:p>
          <a:p/>
          <a:p>
            <a:r>
              <a:t>LEGENDA PRONTA</a:t>
            </a:r>
          </a:p>
          <a:p>
            <a:r>
              <a:t>Saiu o número sorteado da ação de arrecadação do Efeito Rebote!</a:t>
            </a:r>
          </a:p>
          <a:p/>
          <a:p>
            <a:r>
              <a:t>O sorteio foi ao vivo aqui no perfil, com ata e testemunhas, e a gravação fica salva nos destaques. Número sorteado: [PENDENTE]. A comissão financeira vai entrar em contato pelos dados do canhoto.</a:t>
            </a:r>
          </a:p>
          <a:p/>
          <a:p>
            <a:r>
              <a:t>Obrigado a cada pessoa que comprou um bilhete. Descontado o custo do prêmio, o valor arrecadado compra itens de higiene para as unidades prisionais de Maringá, com nota fiscal, e a prestação de contas sai aqui na próxima semana.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5335403"/>
            <a:ext cx="114097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Ao vivo</a:t>
            </a:r>
          </a:p>
        </p:txBody>
      </p:sp>
      <p:sp>
        <p:nvSpPr>
          <p:cNvPr id="9" name="Texto: h1"/>
          <p:cNvSpPr txBox="1"/>
          <p:nvPr/>
        </p:nvSpPr>
        <p:spPr>
          <a:xfrm>
            <a:off x="915442" y="5875647"/>
            <a:ext cx="5818852" cy="12299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Sorteio hoje</a:t>
            </a:r>
          </a:p>
        </p:txBody>
      </p:sp>
      <p:sp>
        <p:nvSpPr>
          <p:cNvPr id="10" name="Texto: lead"/>
          <p:cNvSpPr txBox="1"/>
          <p:nvPr/>
        </p:nvSpPr>
        <p:spPr>
          <a:xfrm>
            <a:off x="915442" y="7605376"/>
            <a:ext cx="4900767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[PENDENTE: horário do sorteio], aqui no perfil.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539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155745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Resultado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4658572"/>
            <a:ext cx="667506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Número sorteado: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[PENDENTE]</a:t>
            </a:r>
          </a:p>
        </p:txBody>
      </p:sp>
      <p:sp>
        <p:nvSpPr>
          <p:cNvPr id="9" name="Texto: p"/>
          <p:cNvSpPr txBox="1"/>
          <p:nvPr/>
        </p:nvSpPr>
        <p:spPr>
          <a:xfrm>
            <a:off x="915442" y="7037448"/>
            <a:ext cx="8103474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Parabéns! A comissão vai entrar em contato pelos dados do canhoto.</a:t>
            </a:r>
          </a:p>
        </p:txBody>
      </p:sp>
      <p:sp>
        <p:nvSpPr>
          <p:cNvPr id="10" name="Texto: ponte"/>
          <p:cNvSpPr txBox="1"/>
          <p:nvPr/>
        </p:nvSpPr>
        <p:spPr>
          <a:xfrm>
            <a:off x="915442" y="11496457"/>
            <a:ext cx="2039094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dinheiro?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5678091"/>
            <a:ext cx="8437066" cy="1884462"/>
          </a:xfrm>
          <a:prstGeom prst="roundRect">
            <a:avLst>
              <a:gd name="adj" fmla="val 1041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031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141437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Obrigado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4259266"/>
            <a:ext cx="7711187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Quanto arrecadamos</a:t>
            </a:r>
          </a:p>
        </p:txBody>
      </p:sp>
      <p:sp>
        <p:nvSpPr>
          <p:cNvPr id="10" name="Texto: box"/>
          <p:cNvSpPr txBox="1"/>
          <p:nvPr/>
        </p:nvSpPr>
        <p:spPr>
          <a:xfrm>
            <a:off x="1353145" y="6104296"/>
            <a:ext cx="6800186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[PENDENTE: valor conferido pelo Financeiro]</a:t>
            </a:r>
          </a:p>
        </p:txBody>
      </p:sp>
      <p:sp>
        <p:nvSpPr>
          <p:cNvPr id="11" name="Texto: p"/>
          <p:cNvSpPr txBox="1"/>
          <p:nvPr/>
        </p:nvSpPr>
        <p:spPr>
          <a:xfrm>
            <a:off x="915442" y="7988757"/>
            <a:ext cx="9335854" cy="5522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prestação de contas completa sai de 09 a 13/11.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308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36313" y="5369931"/>
            <a:ext cx="141437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Obrigado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363794" y="5989989"/>
            <a:ext cx="755926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cada pessoa que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comprou um bilhete.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Seg 02/11: Sorteio hoje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