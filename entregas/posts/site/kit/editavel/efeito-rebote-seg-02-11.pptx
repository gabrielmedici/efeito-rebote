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Sorteio hoje</a:t>
            </a:r>
          </a:p>
          <a:p/>
          <a:p>
            <a:r>
              <a:t>LEGENDA PRONTA</a:t>
            </a:r>
          </a:p>
          <a:p>
            <a:r>
              <a:t>Saiu o número sorteado da ação de arrecadação do Efeito Rebote!</a:t>
            </a:r>
          </a:p>
          <a:p/>
          <a:p>
            <a:r>
              <a:t>O sorteio foi ao vivo aqui no perfil, com ata e testemunhas, e a gravação fica salva nos destaques. Número sorteado: [PENDENTE]. A comissão financeira vai entrar em contato pelos dados do canhoto.</a:t>
            </a:r>
          </a:p>
          <a:p/>
          <a:p>
            <a:r>
              <a:t>Obrigado a cada pessoa que comprou um bilhete. Descontado o custo do prêmio, o valor arrecadado compra itens de higiene para as unidades prisionais de Maringá, com nota fiscal, e a prestação de contas sai aqui na próxima semana.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180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830341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o: tag"/>
          <p:cNvSpPr txBox="1"/>
          <p:nvPr/>
        </p:nvSpPr>
        <p:spPr>
          <a:xfrm>
            <a:off x="915442" y="5396302"/>
            <a:ext cx="1140976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Ao vivo</a:t>
            </a:r>
          </a:p>
        </p:txBody>
      </p:sp>
      <p:sp>
        <p:nvSpPr>
          <p:cNvPr id="9" name="Texto: h1"/>
          <p:cNvSpPr txBox="1"/>
          <p:nvPr/>
        </p:nvSpPr>
        <p:spPr>
          <a:xfrm>
            <a:off x="915442" y="6151749"/>
            <a:ext cx="5818852" cy="12299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Sorteio hoje</a:t>
            </a:r>
          </a:p>
        </p:txBody>
      </p:sp>
      <p:sp>
        <p:nvSpPr>
          <p:cNvPr id="10" name="Texto: lead"/>
          <p:cNvSpPr txBox="1"/>
          <p:nvPr/>
        </p:nvSpPr>
        <p:spPr>
          <a:xfrm>
            <a:off x="915442" y="7565360"/>
            <a:ext cx="4900767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[PENDENTE: horário do sorteio], aqui no perfil.</a:t>
            </a:r>
          </a:p>
        </p:txBody>
      </p:sp>
      <p:sp>
        <p:nvSpPr>
          <p:cNvPr id="11" name="Texto: ponte"/>
          <p:cNvSpPr txBox="1"/>
          <p:nvPr/>
        </p:nvSpPr>
        <p:spPr>
          <a:xfrm>
            <a:off x="915442" y="11515488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2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539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: on"/>
          <p:cNvSpPr/>
          <p:nvPr/>
        </p:nvSpPr>
        <p:spPr>
          <a:xfrm>
            <a:off x="8532614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o: tag"/>
          <p:cNvSpPr txBox="1"/>
          <p:nvPr/>
        </p:nvSpPr>
        <p:spPr>
          <a:xfrm>
            <a:off x="915442" y="1079840"/>
            <a:ext cx="1557457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Resultado</a:t>
            </a:r>
          </a:p>
        </p:txBody>
      </p:sp>
      <p:sp>
        <p:nvSpPr>
          <p:cNvPr id="8" name="Texto: h2"/>
          <p:cNvSpPr txBox="1"/>
          <p:nvPr/>
        </p:nvSpPr>
        <p:spPr>
          <a:xfrm>
            <a:off x="915442" y="4868139"/>
            <a:ext cx="6675060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Número sorteado: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[PENDENTE]</a:t>
            </a:r>
          </a:p>
        </p:txBody>
      </p:sp>
      <p:sp>
        <p:nvSpPr>
          <p:cNvPr id="9" name="Texto: p"/>
          <p:cNvSpPr txBox="1"/>
          <p:nvPr/>
        </p:nvSpPr>
        <p:spPr>
          <a:xfrm>
            <a:off x="915442" y="6965418"/>
            <a:ext cx="8103474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Parabéns! A comissão vai entrar em contato pelos dados do canhoto.</a:t>
            </a:r>
          </a:p>
        </p:txBody>
      </p:sp>
      <p:sp>
        <p:nvSpPr>
          <p:cNvPr id="10" name="Texto: ponte"/>
          <p:cNvSpPr txBox="1"/>
          <p:nvPr/>
        </p:nvSpPr>
        <p:spPr>
          <a:xfrm>
            <a:off x="915442" y="11515488"/>
            <a:ext cx="2039094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dinheiro?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5678091"/>
            <a:ext cx="8437066" cy="1884462"/>
          </a:xfrm>
          <a:prstGeom prst="roundRect">
            <a:avLst>
              <a:gd name="adj" fmla="val 1041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031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8303419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532614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on"/>
          <p:cNvSpPr/>
          <p:nvPr/>
        </p:nvSpPr>
        <p:spPr>
          <a:xfrm>
            <a:off x="876180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o: tag"/>
          <p:cNvSpPr txBox="1"/>
          <p:nvPr/>
        </p:nvSpPr>
        <p:spPr>
          <a:xfrm>
            <a:off x="915442" y="1079840"/>
            <a:ext cx="141437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Obrigado</a:t>
            </a:r>
          </a:p>
        </p:txBody>
      </p:sp>
      <p:sp>
        <p:nvSpPr>
          <p:cNvPr id="9" name="Texto: h2"/>
          <p:cNvSpPr txBox="1"/>
          <p:nvPr/>
        </p:nvSpPr>
        <p:spPr>
          <a:xfrm>
            <a:off x="915442" y="4468834"/>
            <a:ext cx="7711187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Quanto arrecadamos</a:t>
            </a:r>
          </a:p>
        </p:txBody>
      </p:sp>
      <p:sp>
        <p:nvSpPr>
          <p:cNvPr id="10" name="Texto: box"/>
          <p:cNvSpPr txBox="1"/>
          <p:nvPr/>
        </p:nvSpPr>
        <p:spPr>
          <a:xfrm>
            <a:off x="1353145" y="6032266"/>
            <a:ext cx="6800186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[PENDENTE: valor conferido pelo Financeiro]</a:t>
            </a:r>
          </a:p>
        </p:txBody>
      </p:sp>
      <p:sp>
        <p:nvSpPr>
          <p:cNvPr id="11" name="Texto: p"/>
          <p:cNvSpPr txBox="1"/>
          <p:nvPr/>
        </p:nvSpPr>
        <p:spPr>
          <a:xfrm>
            <a:off x="915442" y="7916727"/>
            <a:ext cx="9335854" cy="5522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 prestação de contas completa sai de 09 a 13/11.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515339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4436313" y="5430830"/>
            <a:ext cx="141437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Obrigado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363794" y="6199556"/>
            <a:ext cx="7559263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 cada pessoa que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comprou um bilhete.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670860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Seg 02/11: Sorteio hoje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