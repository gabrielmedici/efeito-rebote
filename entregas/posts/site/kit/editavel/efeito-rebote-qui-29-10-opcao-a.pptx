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O caminho da conta · </a:t>
            </a:r>
          </a:p>
          <a:p>
            <a:r>
              <a:t>Quem paga a conta quando falta o básico na prisão?</a:t>
            </a:r>
          </a:p>
          <a:p/>
          <a:p>
            <a:r>
              <a:t>LEGENDA PRONTA</a:t>
            </a:r>
          </a:p>
          <a:p>
            <a:r>
              <a:t>Quando o kit de higiene não chega completo, alguém compra o que falta.</a:t>
            </a:r>
          </a:p>
          <a:p/>
          <a:p>
            <a:r>
              <a:t>Nas inspeções da Defensoria Pública do Paraná em 2025, a direção da Colônia Penal Industrial de Maringá relatou que o kit não tem chegado completo, e o Conselho da Comunidade e as famílias cobrem parte. Uma revisão de 144 estudos brasileiros, do Instituto Igarapé, associa a falta de apoio da família a mais chances de voltar à prisão. É uma associação, e não uma garantia.</a:t>
            </a:r>
          </a:p>
          <a:p/>
          <a:p>
            <a:r>
              <a:t>Por isso o projeto prevê um café da manhã com as famílias, com atenção especial às crianças.</a:t>
            </a:r>
          </a:p>
          <a:p/>
          <a:p>
            <a:r>
              <a:t>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795306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335550"/>
            <a:ext cx="9257437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Quem paga a conta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quando falta 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básico na prisão?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93442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11 s · em Maringá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863844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kit de higiene não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tem chegado completo.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59227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11 a 19 s · a família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6246465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 família compra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leva na visita.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381781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19 a 27 s · por que importa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5909057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Apoio da família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ajuda na volta.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27472" y="5836656"/>
            <a:ext cx="263205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27 a 32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Qui 29/10: Quem paga a conta quando falta o básico na prisão?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