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Lista com especificações (para salvar) · </a:t>
            </a:r>
          </a:p>
          <a:p>
            <a:r>
              <a:t>5 itens de higiene, e cada um tem regra.</a:t>
            </a:r>
          </a:p>
          <a:p/>
          <a:p>
            <a:r>
              <a:t>LEGENDA PRONTA</a:t>
            </a:r>
          </a:p>
          <a:p>
            <a:r>
              <a:t>Até 100 g no creme dental, embalagem transparente no detergente: na lista do Efeito Rebote, cada item tem uma regra.</a:t>
            </a:r>
          </a:p>
          <a:p/>
          <a:p>
            <a:r>
              <a:t>As unidades prisionais definem o tipo, o tamanho e a embalagem do que pode entrar, como parte das regras de segurança. A lista completa é esta: escova dental simples, creme dental de até 100 g, aparelho de barbear descartável de 2 lâminas, sabão em pó de até 500 g e detergente em embalagem transparente de até 500 ml.</a:t>
            </a:r>
          </a:p>
          <a:p/>
          <a:p>
            <a:r>
              <a:t>São itens de uso diário que faltaram nas inspeções da Defensoria Pública do Paraná em 2025.</a:t>
            </a:r>
          </a:p>
          <a:p/>
          <a:p>
            <a:r>
              <a:t>Salve este post para consultar depois. Na terça, o que a Defensoria encontrou em Maringá.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845336"/>
            <a:ext cx="169595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Para salvar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385580"/>
            <a:ext cx="7306821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 itens 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higiene, e cada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um tem regra.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575140"/>
            <a:ext cx="5361241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Tipo, tamanho e embalagem fazem diferença para entrar numa unidade prisional.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18298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345995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464775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492472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611252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656659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4967" y="9396264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1243012" y="985033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964" y="11534180"/>
            <a:ext cx="380554" cy="380554"/>
          </a:xfrm>
          <a:prstGeom prst="rect">
            <a:avLst/>
          </a:prstGeom>
        </p:spPr>
      </p:pic>
      <p:sp>
        <p:nvSpPr>
          <p:cNvPr id="1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o: tag"/>
          <p:cNvSpPr txBox="1"/>
          <p:nvPr/>
        </p:nvSpPr>
        <p:spPr>
          <a:xfrm>
            <a:off x="915442" y="1018941"/>
            <a:ext cx="99019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lista</a:t>
            </a:r>
          </a:p>
        </p:txBody>
      </p:sp>
      <p:sp>
        <p:nvSpPr>
          <p:cNvPr id="20" name="Texto: h2"/>
          <p:cNvSpPr txBox="1"/>
          <p:nvPr/>
        </p:nvSpPr>
        <p:spPr>
          <a:xfrm>
            <a:off x="915442" y="1764163"/>
            <a:ext cx="7505893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Os 5 itens do projeto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88378" y="3584010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22" name="Texto: it"/>
          <p:cNvSpPr txBox="1"/>
          <p:nvPr/>
        </p:nvSpPr>
        <p:spPr>
          <a:xfrm>
            <a:off x="2175867" y="3569455"/>
            <a:ext cx="4290283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dental simples</a:t>
            </a:r>
          </a:p>
        </p:txBody>
      </p:sp>
      <p:sp>
        <p:nvSpPr>
          <p:cNvPr id="23" name="Texto: span"/>
          <p:cNvSpPr txBox="1"/>
          <p:nvPr/>
        </p:nvSpPr>
        <p:spPr>
          <a:xfrm>
            <a:off x="1456283" y="5048776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4" name="Texto: it"/>
          <p:cNvSpPr txBox="1"/>
          <p:nvPr/>
        </p:nvSpPr>
        <p:spPr>
          <a:xfrm>
            <a:off x="2175867" y="5034221"/>
            <a:ext cx="494234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Creme dental de até 100 g</a:t>
            </a:r>
          </a:p>
        </p:txBody>
      </p:sp>
      <p:sp>
        <p:nvSpPr>
          <p:cNvPr id="25" name="Texto: span"/>
          <p:cNvSpPr txBox="1"/>
          <p:nvPr/>
        </p:nvSpPr>
        <p:spPr>
          <a:xfrm>
            <a:off x="1456618" y="6690648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6" name="Texto: it"/>
          <p:cNvSpPr txBox="1"/>
          <p:nvPr/>
        </p:nvSpPr>
        <p:spPr>
          <a:xfrm>
            <a:off x="2175867" y="6416090"/>
            <a:ext cx="670679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Aparelho de barbear descartável, 2 lâminas</a:t>
            </a:r>
          </a:p>
        </p:txBody>
      </p:sp>
      <p:sp>
        <p:nvSpPr>
          <p:cNvPr id="27" name="Texto: span"/>
          <p:cNvSpPr txBox="1"/>
          <p:nvPr/>
        </p:nvSpPr>
        <p:spPr>
          <a:xfrm>
            <a:off x="1446624" y="8332520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8" name="Texto: it"/>
          <p:cNvSpPr txBox="1"/>
          <p:nvPr/>
        </p:nvSpPr>
        <p:spPr>
          <a:xfrm>
            <a:off x="2175867" y="8317965"/>
            <a:ext cx="642671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Sabão em pó, pacote de até 500 g</a:t>
            </a:r>
          </a:p>
        </p:txBody>
      </p:sp>
      <p:sp>
        <p:nvSpPr>
          <p:cNvPr id="29" name="Texto: span"/>
          <p:cNvSpPr txBox="1"/>
          <p:nvPr/>
        </p:nvSpPr>
        <p:spPr>
          <a:xfrm>
            <a:off x="1455963" y="9974392"/>
            <a:ext cx="260047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</a:t>
            </a:r>
          </a:p>
        </p:txBody>
      </p:sp>
      <p:sp>
        <p:nvSpPr>
          <p:cNvPr id="30" name="Texto: it"/>
          <p:cNvSpPr txBox="1"/>
          <p:nvPr/>
        </p:nvSpPr>
        <p:spPr>
          <a:xfrm>
            <a:off x="2175867" y="9699834"/>
            <a:ext cx="5899925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Detergente em embalagem transparente, até 500 ml</a:t>
            </a:r>
          </a:p>
        </p:txBody>
      </p:sp>
      <p:sp>
        <p:nvSpPr>
          <p:cNvPr id="31" name="Texto: ponte"/>
          <p:cNvSpPr txBox="1"/>
          <p:nvPr/>
        </p:nvSpPr>
        <p:spPr>
          <a:xfrm>
            <a:off x="915442" y="11496457"/>
            <a:ext cx="452226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Por que tanta especificação?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742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30174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Por que existe regra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106420"/>
            <a:ext cx="749328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Cada unidade define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que pode entrar.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485296"/>
            <a:ext cx="8669393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As regras de tipo, tamanho e embalagem fazem parte da segurança das unidades. Item fora do padrão pode ficar na portaria. [PENDENTE: confirmar o motivo com a unidade]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508411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Quais detalhes mais confundem?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114479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39144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579245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03332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8398222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852297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798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32363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Atenção aos detalhes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762204"/>
            <a:ext cx="6166902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Os detalhes que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mais confundem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515501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it"/>
          <p:cNvSpPr txBox="1"/>
          <p:nvPr/>
        </p:nvSpPr>
        <p:spPr>
          <a:xfrm>
            <a:off x="2175867" y="5500946"/>
            <a:ext cx="4528810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Creme dental: até 100 g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157373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it"/>
          <p:cNvSpPr txBox="1"/>
          <p:nvPr/>
        </p:nvSpPr>
        <p:spPr>
          <a:xfrm>
            <a:off x="2175867" y="6882815"/>
            <a:ext cx="694484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Detergente: embalagem transparente, até 500 ml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8976350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it"/>
          <p:cNvSpPr txBox="1"/>
          <p:nvPr/>
        </p:nvSpPr>
        <p:spPr>
          <a:xfrm>
            <a:off x="2175867" y="8701793"/>
            <a:ext cx="735405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Aparelho de barbear: descartável, de 2 lâminas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57"/>
            <a:ext cx="2903979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por que esses 5?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525816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291494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Por que esses itens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240091"/>
            <a:ext cx="7064692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São itens de uso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diário que faltaram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nas inspeções.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952021"/>
            <a:ext cx="7547899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 2025, 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Defensoria Pública do Paraná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registrou falta de pasta de dente, escova e aparelho de barbear em unidades de Maringá.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220218" y="8799463"/>
            <a:ext cx="5846564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4903206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247552" y="5523264"/>
            <a:ext cx="779189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a Defensoria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encontrou nas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unidades de Maringá.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371755" y="9038830"/>
            <a:ext cx="5543490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Salve para consultar depois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15/10: 5 itens de higiene, e cada um tem regra.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