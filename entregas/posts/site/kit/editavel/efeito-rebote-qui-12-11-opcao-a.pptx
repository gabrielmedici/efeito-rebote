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A · Uma pergunta, várias vozes · </a:t>
            </a:r>
          </a:p>
          <a:p>
            <a:r>
              <a:t>O que você não sabia antes do Efeito Rebote?</a:t>
            </a:r>
          </a:p>
          <a:p/>
          <a:p>
            <a:r>
              <a:t>LEGENDA PRONTA</a:t>
            </a:r>
          </a:p>
          <a:p>
            <a:r>
              <a:t>Fizemos a mesma pergunta para quem fez o Efeito Rebote: o que você não sabia antes?</a:t>
            </a:r>
          </a:p>
          <a:p/>
          <a:p>
            <a:r>
              <a:t>Foram semanas estudando a Lei de Execução Penal, lendo inspeções da Defensoria Pública, separando itens e visitando as unidades prisionais de Maringá. As respostas estão no vídeo.</a:t>
            </a:r>
          </a:p>
          <a:p/>
          <a:p>
            <a:r>
              <a:t>Obrigado a cada pessoa que leu, compartilhou e participou. Siga o perfil para acompanhar o fechamento.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795306"/>
            <a:ext cx="22784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3 s · gancho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335550"/>
            <a:ext cx="7337271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 que você não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sabia antes do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Rebote?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199603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10 s · voz 1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6019605"/>
            <a:ext cx="463505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[Resposta 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16597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10 a 17 s · voz 2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6019605"/>
            <a:ext cx="4796314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[Resposta 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23129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17 a 24 s · voz 3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6019605"/>
            <a:ext cx="4794349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[Resposta 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08326" y="5836656"/>
            <a:ext cx="267020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24 a 30 s · convite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669381" y="6456714"/>
            <a:ext cx="494823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Qui 12/11: O que você não sabia antes do Efeito Rebote?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