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Entrou × saiu × entregue · </a:t>
            </a:r>
          </a:p>
          <a:p>
            <a:r>
              <a:t>Para onde foi cada real.</a:t>
            </a:r>
          </a:p>
          <a:p/>
          <a:p>
            <a:r>
              <a:t>LEGENDA PRONTA</a:t>
            </a:r>
          </a:p>
          <a:p>
            <a:r>
              <a:t>Prometemos mostrar para onde foi cada real. Aqui está.</a:t>
            </a:r>
          </a:p>
          <a:p/>
          <a:p>
            <a:r>
              <a:t>Entrou: R$ [PENDENTE], somando a ação de arrecadação e as doações em dinheiro.</a:t>
            </a:r>
          </a:p>
          <a:p>
            <a:r>
              <a:t>Saiu: R$ [PENDENTE], no prêmio e em itens de higiene comprados com nota fiscal.</a:t>
            </a:r>
          </a:p>
          <a:p>
            <a:r>
              <a:t>Entregamos [PENDENTE] itens às unidades prisionais de Maringá, divididos por unidade no carrossel.</a:t>
            </a:r>
          </a:p>
          <a:p/>
          <a:p>
            <a:r>
              <a:t>Os comprovantes ficam com a comissão financeira e estão disponíveis a quem pedir.</a:t>
            </a:r>
          </a:p>
          <a:p/>
          <a:p>
            <a:r>
              <a:t>Na quinta, a turma conta o que aprendeu.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20445"/>
            <a:ext cx="309011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Prestação de contas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260690"/>
            <a:ext cx="6350258" cy="24598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Para onde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foi cada real.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8220334"/>
            <a:ext cx="558225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Quanto entrou, quanto foi gasto e o que cada unidade recebeu.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747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07156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Entrou</a:t>
            </a:r>
          </a:p>
        </p:txBody>
      </p:sp>
      <p:sp>
        <p:nvSpPr>
          <p:cNvPr id="9" name="Texto: num"/>
          <p:cNvSpPr txBox="1"/>
          <p:nvPr/>
        </p:nvSpPr>
        <p:spPr>
          <a:xfrm>
            <a:off x="915442" y="3460966"/>
            <a:ext cx="7053560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R$ [—]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6691517"/>
            <a:ext cx="7789932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com a ação de arrecadação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as doações em dinheiro.</a:t>
            </a:r>
          </a:p>
        </p:txBody>
      </p:sp>
      <p:sp>
        <p:nvSpPr>
          <p:cNvPr id="11" name="Texto: fonte"/>
          <p:cNvSpPr txBox="1"/>
          <p:nvPr/>
        </p:nvSpPr>
        <p:spPr>
          <a:xfrm>
            <a:off x="915442" y="8587185"/>
            <a:ext cx="571800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[PENDENTE: planilha conferida pelo Financeiro]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230332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quanto saiu?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363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71369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Saiu</a:t>
            </a:r>
          </a:p>
        </p:txBody>
      </p:sp>
      <p:sp>
        <p:nvSpPr>
          <p:cNvPr id="9" name="Texto: num"/>
          <p:cNvSpPr txBox="1"/>
          <p:nvPr/>
        </p:nvSpPr>
        <p:spPr>
          <a:xfrm>
            <a:off x="915442" y="3460966"/>
            <a:ext cx="7053560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R$ [—]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6691517"/>
            <a:ext cx="6845320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no prêmio e em itens de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higiene, com nota fiscal.</a:t>
            </a:r>
          </a:p>
        </p:txBody>
      </p:sp>
      <p:sp>
        <p:nvSpPr>
          <p:cNvPr id="11" name="Texto: fonte"/>
          <p:cNvSpPr txBox="1"/>
          <p:nvPr/>
        </p:nvSpPr>
        <p:spPr>
          <a:xfrm>
            <a:off x="915442" y="8587185"/>
            <a:ext cx="3256940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[PENDENTE: notas fiscais]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4787801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cada unidade recebeu?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647754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10182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466731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74370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93149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385572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143156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Entregue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228929"/>
            <a:ext cx="6425565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por unidade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225882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it"/>
          <p:cNvSpPr txBox="1"/>
          <p:nvPr/>
        </p:nvSpPr>
        <p:spPr>
          <a:xfrm>
            <a:off x="2175867" y="4951324"/>
            <a:ext cx="626567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Penitenciária Estadual (PEM): [PENDENTE]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6867754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6853199"/>
            <a:ext cx="7242155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Casa de Custódia (CCM): [PENDENTE]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618" y="850962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8235068"/>
            <a:ext cx="651942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Colônia Penal Industrial (CPIM): [PENDENTE]</a:t>
            </a:r>
          </a:p>
        </p:txBody>
      </p:sp>
      <p:sp>
        <p:nvSpPr>
          <p:cNvPr id="2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201994" y="5989989"/>
            <a:ext cx="588286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turma conta 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 aprendeu.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10/11: Para onde foi cada real.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