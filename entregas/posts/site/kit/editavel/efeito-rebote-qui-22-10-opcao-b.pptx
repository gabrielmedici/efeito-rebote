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B · Checklist da Triagem · </a:t>
            </a:r>
          </a:p>
          <a:p>
            <a:r>
              <a:t>O checklist que todo item passa antes de entrar na prisão.</a:t>
            </a:r>
          </a:p>
          <a:p/>
          <a:p>
            <a:r>
              <a:t>LEGENDA PRONTA</a:t>
            </a:r>
          </a:p>
          <a:p>
            <a:r>
              <a:t>Um item de higiene precisa passar por três perguntas antes de ir para uma unidade prisional de Maringá: é o item da lista, está no tamanho certo e a embalagem segue a regra?</a:t>
            </a:r>
          </a:p>
          <a:p/>
          <a:p>
            <a:r>
              <a:t>É isso que a equipe de Triagem do Efeito Rebote confere, um por um. As regras de tamanho e embalagem fazem parte da segurança das unidades.</a:t>
            </a:r>
          </a:p>
          <a:p/>
          <a:p>
            <a:r>
              <a:t>Na quinta que vem, por que a família acaba pagando a conta. Siga o perfil.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180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4180348"/>
            <a:ext cx="2278440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0 a 3 s · gancho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4720592"/>
            <a:ext cx="8097872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O checklist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que todo item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passa antes de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entrar na prisão.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2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: on"/>
          <p:cNvSpPr/>
          <p:nvPr/>
        </p:nvSpPr>
        <p:spPr>
          <a:xfrm>
            <a:off x="830341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182659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3 a 11 s · tipo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5566410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É o item certo?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: on"/>
          <p:cNvSpPr/>
          <p:nvPr/>
        </p:nvSpPr>
        <p:spPr>
          <a:xfrm>
            <a:off x="8532614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2660541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11 a 19 s · tamanho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6019605"/>
            <a:ext cx="8772525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Está no tamanho certo?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8074223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8303419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532614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761809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o: tag"/>
          <p:cNvSpPr txBox="1"/>
          <p:nvPr/>
        </p:nvSpPr>
        <p:spPr>
          <a:xfrm>
            <a:off x="915442" y="1018941"/>
            <a:ext cx="320013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19 a 26 s · embalagem</a:t>
            </a:r>
          </a:p>
        </p:txBody>
      </p:sp>
      <p:sp>
        <p:nvSpPr>
          <p:cNvPr id="8" name="Texto: h2"/>
          <p:cNvSpPr txBox="1"/>
          <p:nvPr/>
        </p:nvSpPr>
        <p:spPr>
          <a:xfrm>
            <a:off x="915442" y="5552880"/>
            <a:ext cx="5528756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 embalagem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segue a regra?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4056608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7866013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3817657" y="5836656"/>
            <a:ext cx="2651537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26 a 30 s · convite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2669381" y="6456714"/>
            <a:ext cx="4948238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Efeito Rebote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105380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Qui 22/10: O checklist que todo item passa antes de entrar na prisão.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