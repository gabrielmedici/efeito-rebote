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O café com as famílias · </a:t>
            </a:r>
          </a:p>
          <a:p>
            <a:r>
              <a:t>Tem gente que atravessa a cidade para uma visita.</a:t>
            </a:r>
          </a:p>
          <a:p/>
          <a:p>
            <a:r>
              <a:t>LEGENDA PRONTA</a:t>
            </a:r>
          </a:p>
          <a:p>
            <a:r>
              <a:t>Num dia de visitação, há famílias que saem de casa cedo, com criança no colo, para ver alguém por poucas horas.</a:t>
            </a:r>
          </a:p>
          <a:p/>
          <a:p>
            <a:r>
              <a:t>Muitas levam os itens de higiene que faltam na unidade. E o apoio delas pesa: uma revisão de 144 estudos brasileiros, do Instituto Igarapé, associa a falta de apoio da família a mais chances de voltar à prisão. É uma associação, e não uma garantia.</a:t>
            </a:r>
          </a:p>
          <a:p/>
          <a:p>
            <a:r>
              <a:t>Por isso o Efeito Rebote prevê um café da manhã de acolhimento às famílias, com atenção especial às crianças.</a:t>
            </a:r>
          </a:p>
          <a:p/>
          <a:p>
            <a:r>
              <a:t>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335550"/>
            <a:ext cx="9192444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Tem gente que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atravessa a cidade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para uma visita.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39172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12 s · o custo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7142291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Passagem, itens de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higiene e tempo.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73290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12 a 21 s · o vínculo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810196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vínculo com 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família ajuda na volta.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79412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21 a 27 s · o projeto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494512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café para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quem visita.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61204" y="5836656"/>
            <a:ext cx="256444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27 a 31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29/10: Tem gente que atravessa a cidade para uma visita.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