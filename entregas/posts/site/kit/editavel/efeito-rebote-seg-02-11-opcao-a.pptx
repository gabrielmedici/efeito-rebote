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Roteiro completo da live (15 a 20 min) · </a:t>
            </a:r>
          </a:p>
          <a:p>
            <a:r>
              <a:t>Sorteio ao vivo da ação de arrecadação</a:t>
            </a:r>
          </a:p>
          <a:p/>
          <a:p>
            <a:r>
              <a:t>LEGENDA PRONTA</a:t>
            </a:r>
          </a:p>
          <a:p>
            <a:r>
              <a:t>Legenda para salvar a live nos destaques: Sorteio da ação de arrecadação do Efeito Rebote, feito ao vivo em 02/11, com urna, duas testemunhas e ata. Número sorteado: [PENDENTE]. Descontado o custo do prêmio, o valor arrecadado compra itens de higiene para as unidades prisionais de Maringá, com nota fiscal. A prestação de contas sai aqui em 10/11.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795306"/>
            <a:ext cx="285699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2 min · abertura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5335550"/>
            <a:ext cx="7223983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ao vivo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da ação 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arrecadação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92673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 a 5 min · as regras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6019605"/>
            <a:ext cx="921470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Urna, testemunhas e 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415866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5 a 8 min · o destino do valor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6019605"/>
            <a:ext cx="907850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Para onde vai o dinheiro.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93099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8 a 11 min · o sorteio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5552880"/>
            <a:ext cx="667506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 sorteado: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[PENDENTE]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45426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11 a 15 min · a ata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6019605"/>
            <a:ext cx="781498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Ata assinada ao vivo.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205869" y="5369931"/>
            <a:ext cx="38751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15 a 17 min · encerramento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593207" y="5989989"/>
            <a:ext cx="910043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Obrigado a cada pessoa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comprou um bilhete.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02/11: Sorteio ao vivo da ação de arrecadação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