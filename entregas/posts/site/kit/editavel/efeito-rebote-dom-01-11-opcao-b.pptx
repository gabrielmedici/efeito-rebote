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Pergunta na capa: seu número está aqui? · </a:t>
            </a:r>
          </a:p>
          <a:p>
            <a:r>
              <a:t>Seu número está aqui?</a:t>
            </a:r>
          </a:p>
          <a:p/>
          <a:p>
            <a:r>
              <a:t>LEGENDA PRONTA</a:t>
            </a:r>
          </a:p>
          <a:p>
            <a:r>
              <a:t>Pegue o canhoto do seu bilhete e confira: a lista oficial dos números que concorrem amanhã está neste carrossel.</a:t>
            </a:r>
          </a:p>
          <a:p/>
          <a:p>
            <a:r>
              <a:t>Só publicamos os números. Os dados de quem comprou ficam com a comissão financeira. Se o seu número não aparecer, fale com o aluno que vendeu o bilhete ainda hoje.</a:t>
            </a:r>
          </a:p>
          <a:p/>
          <a:p>
            <a:r>
              <a:t>O sorteio é amanhã, 02/11, [PENDENTE: horário do sorteio], ao vivo aqui no perfil, com ata e testemunhas.</a:t>
            </a:r>
          </a:p>
          <a:p/>
          <a:p>
            <a:r>
              <a:t>Ative o lembrete da live.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031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460294"/>
            <a:ext cx="318343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Ação de arrecadação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000538"/>
            <a:ext cx="5792495" cy="24598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Seu número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está aqui?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7960182"/>
            <a:ext cx="5458947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A lista oficial dos bilhetes que concorrem no sorteio de amanhã.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30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824859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10182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289625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56659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754392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20846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032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o: tag"/>
          <p:cNvSpPr txBox="1"/>
          <p:nvPr/>
        </p:nvSpPr>
        <p:spPr>
          <a:xfrm>
            <a:off x="915442" y="1018941"/>
            <a:ext cx="217137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Como conferir</a:t>
            </a:r>
          </a:p>
        </p:txBody>
      </p:sp>
      <p:sp>
        <p:nvSpPr>
          <p:cNvPr id="15" name="Texto: h2"/>
          <p:cNvSpPr txBox="1"/>
          <p:nvPr/>
        </p:nvSpPr>
        <p:spPr>
          <a:xfrm>
            <a:off x="915442" y="3406035"/>
            <a:ext cx="4629820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3 passos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88378" y="5225882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7" name="Texto: it"/>
          <p:cNvSpPr txBox="1"/>
          <p:nvPr/>
        </p:nvSpPr>
        <p:spPr>
          <a:xfrm>
            <a:off x="2175867" y="5211327"/>
            <a:ext cx="5974378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Pegue o canhoto do seu bilhete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283" y="6690648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9" name="Texto: it"/>
          <p:cNvSpPr txBox="1"/>
          <p:nvPr/>
        </p:nvSpPr>
        <p:spPr>
          <a:xfrm>
            <a:off x="2175867" y="6676093"/>
            <a:ext cx="7298472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Procure o número nos próximos slides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618" y="8332520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8057962"/>
            <a:ext cx="6379672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Não achou? Fale com o aluno que vendeu</a:t>
            </a:r>
          </a:p>
        </p:txBody>
      </p:sp>
      <p:sp>
        <p:nvSpPr>
          <p:cNvPr id="22" name="Texto: ponte"/>
          <p:cNvSpPr txBox="1"/>
          <p:nvPr/>
        </p:nvSpPr>
        <p:spPr>
          <a:xfrm>
            <a:off x="915442" y="11496457"/>
            <a:ext cx="229153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Vamos à lista?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144518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60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99019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 lista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725694"/>
            <a:ext cx="844575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Números participantes</a:t>
            </a:r>
          </a:p>
        </p:txBody>
      </p:sp>
      <p:sp>
        <p:nvSpPr>
          <p:cNvPr id="11" name="Texto: box"/>
          <p:cNvSpPr txBox="1"/>
          <p:nvPr/>
        </p:nvSpPr>
        <p:spPr>
          <a:xfrm>
            <a:off x="1353145" y="6570723"/>
            <a:ext cx="7656469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números, gerados da planilha de controle]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74277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amanhã?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128422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Amanhã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849221"/>
            <a:ext cx="9076372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Sorteio ao vivo, com ata.</a:t>
            </a:r>
          </a:p>
        </p:txBody>
      </p:sp>
      <p:sp>
        <p:nvSpPr>
          <p:cNvPr id="10" name="Texto: p"/>
          <p:cNvSpPr txBox="1"/>
          <p:nvPr/>
        </p:nvSpPr>
        <p:spPr>
          <a:xfrm>
            <a:off x="915442" y="6294647"/>
            <a:ext cx="8676165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02/11, [PENDENTE: horário do sorteio], aqui no perfil. Urna, duas testemunhas e a prof.ª Camila presente.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607022" y="8332738"/>
            <a:ext cx="5072955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501314" y="5369931"/>
            <a:ext cx="128422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Amanhã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132790" y="5989989"/>
            <a:ext cx="802141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Sorteio ao vivo da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ação de arrecadação.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797239" y="8572105"/>
            <a:ext cx="4692521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Ative o lembrete da live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Dom 01/11: Seu número está aqui?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