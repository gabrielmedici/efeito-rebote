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Opção A · O caminho do item doado · </a:t>
            </a:r>
          </a:p>
          <a:p>
            <a:r>
              <a:t>Do ponto de coleta à prestação de contas.</a:t>
            </a:r>
          </a:p>
          <a:p/>
          <a:p>
            <a:r>
              <a:t>LEGENDA PRONTA</a:t>
            </a:r>
          </a:p>
          <a:p>
            <a:r>
              <a:t>Em 10/11, você vai ver aqui quantos itens de higiene chegaram a cada unidade prisional de Maringá.</a:t>
            </a:r>
          </a:p>
          <a:p/>
          <a:p>
            <a:r>
              <a:t>Até lá, cada item doado passa pela equipe de Triagem, que confere a especificação, separa por unidade e registra a contagem. A entrega acontece na visita técnica, em 04 e 05/11.</a:t>
            </a:r>
          </a:p>
          <a:p/>
          <a:p>
            <a:r>
              <a:t>Pontos de coleta: [PENDENTE: pontos de coleta, dias e horários]</a:t>
            </a:r>
          </a:p>
          <a:p/>
          <a:p>
            <a:r>
              <a:t>Doe um item da lista no ponto de coleta mais perto de você.</a:t>
            </a:r>
          </a:p>
          <a:p/>
          <a:p>
            <a:r>
              <a:t>#EfeitoRebote #SistemaPrisional #ExecuçãoPenal #DireitosHumanos #ExtensãoUniversitária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 de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 de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 de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 de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8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lo do projeto" descr="Selo do projeto Efeito Rebo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442" y="1049238"/>
            <a:ext cx="1429792" cy="1429792"/>
          </a:xfrm>
          <a:prstGeom prst="rect">
            <a:avLst/>
          </a:prstGeom>
        </p:spPr>
      </p:pic>
      <p:pic>
        <p:nvPicPr>
          <p:cNvPr id="3" name="Seta" descr="Set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0468" y="11534180"/>
            <a:ext cx="380554" cy="380554"/>
          </a:xfrm>
          <a:prstGeom prst="rect">
            <a:avLst/>
          </a:prstGeom>
        </p:spPr>
      </p:pic>
      <p:sp>
        <p:nvSpPr>
          <p:cNvPr id="4" name="Forma: on"/>
          <p:cNvSpPr/>
          <p:nvPr/>
        </p:nvSpPr>
        <p:spPr>
          <a:xfrm>
            <a:off x="8074223" y="11809661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E9C4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8550325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8779520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9008715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orma"/>
          <p:cNvSpPr/>
          <p:nvPr/>
        </p:nvSpPr>
        <p:spPr>
          <a:xfrm>
            <a:off x="9237911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o: tag"/>
          <p:cNvSpPr txBox="1"/>
          <p:nvPr/>
        </p:nvSpPr>
        <p:spPr>
          <a:xfrm>
            <a:off x="915442" y="4105488"/>
            <a:ext cx="2182832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E9C46A"/>
                </a:solidFill>
                <a:latin typeface="Barlow"/>
                <a:ea typeface="Barlow"/>
                <a:cs typeface="Barlow"/>
              </a:rPr>
              <a:t>Transparência</a:t>
            </a:r>
          </a:p>
        </p:txBody>
      </p:sp>
      <p:sp>
        <p:nvSpPr>
          <p:cNvPr id="10" name="Texto: h1"/>
          <p:cNvSpPr txBox="1"/>
          <p:nvPr/>
        </p:nvSpPr>
        <p:spPr>
          <a:xfrm>
            <a:off x="915442" y="4645732"/>
            <a:ext cx="8985513" cy="368974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684"/>
              </a:lnSpc>
              <a:spcBef>
                <a:spcPts val="0"/>
              </a:spcBef>
              <a:spcAft>
                <a:spcPts val="0"/>
              </a:spcAft>
            </a:pPr>
            <a:r>
              <a:rPr b="1" i="0" sz="9882" lang="pt-BR" spc="-14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Do ponto de coleta</a:t>
            </a:r>
            <a:br/>
            <a:r>
              <a:rPr b="1" i="0" sz="9882" lang="pt-BR" spc="-14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à prestação</a:t>
            </a:r>
            <a:br/>
            <a:r>
              <a:rPr b="1" i="0" sz="9882" lang="pt-BR" spc="-14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de contas.</a:t>
            </a:r>
          </a:p>
        </p:txBody>
      </p:sp>
      <p:sp>
        <p:nvSpPr>
          <p:cNvPr id="11" name="Texto: lead"/>
          <p:cNvSpPr txBox="1"/>
          <p:nvPr/>
        </p:nvSpPr>
        <p:spPr>
          <a:xfrm>
            <a:off x="915442" y="8835292"/>
            <a:ext cx="5304240" cy="104042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09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E8EBF4"/>
                </a:solidFill>
                <a:latin typeface="Barlow"/>
                <a:ea typeface="Barlow"/>
                <a:cs typeface="Barlow"/>
              </a:rPr>
              <a:t>O caminho de cada item que você doa ao Efeito Rebote.</a:t>
            </a:r>
          </a:p>
        </p:txBody>
      </p:sp>
      <p:sp>
        <p:nvSpPr>
          <p:cNvPr id="12" name="Texto: ponte"/>
          <p:cNvSpPr txBox="1"/>
          <p:nvPr/>
        </p:nvSpPr>
        <p:spPr>
          <a:xfrm>
            <a:off x="915442" y="11496457"/>
            <a:ext cx="1210717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E9C46A"/>
                </a:solidFill>
                <a:latin typeface="Barlow Condensed"/>
                <a:ea typeface="Barlow Condensed"/>
                <a:cs typeface="Barlow Condensed"/>
              </a:rPr>
              <a:t>Arraste</a:t>
            </a:r>
          </a:p>
        </p:txBody>
      </p:sp>
      <p:pic>
        <p:nvPicPr>
          <p:cNvPr id="13" name="Seta de rebote" descr="Seta de rebote, marca do projet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6071" y="853678"/>
            <a:ext cx="5904607" cy="590460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rma"/>
          <p:cNvSpPr/>
          <p:nvPr/>
        </p:nvSpPr>
        <p:spPr>
          <a:xfrm>
            <a:off x="924967" y="4092476"/>
            <a:ext cx="8437066" cy="1240036"/>
          </a:xfrm>
          <a:prstGeom prst="roundRect">
            <a:avLst>
              <a:gd name="adj" fmla="val 15823"/>
            </a:avLst>
          </a:prstGeom>
          <a:solidFill>
            <a:srgbClr val="FFFFFF"/>
          </a:solidFill>
          <a:ln w="19050">
            <a:solidFill>
              <a:srgbClr val="DCE1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orma"/>
          <p:cNvSpPr/>
          <p:nvPr/>
        </p:nvSpPr>
        <p:spPr>
          <a:xfrm>
            <a:off x="1243012" y="4369445"/>
            <a:ext cx="686098" cy="686098"/>
          </a:xfrm>
          <a:prstGeom prst="ellipse">
            <a:avLst/>
          </a:prstGeom>
          <a:solidFill>
            <a:srgbClr val="B5121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orma"/>
          <p:cNvSpPr/>
          <p:nvPr/>
        </p:nvSpPr>
        <p:spPr>
          <a:xfrm>
            <a:off x="924967" y="5557242"/>
            <a:ext cx="8437066" cy="1240036"/>
          </a:xfrm>
          <a:prstGeom prst="roundRect">
            <a:avLst>
              <a:gd name="adj" fmla="val 15823"/>
            </a:avLst>
          </a:prstGeom>
          <a:solidFill>
            <a:srgbClr val="FFFFFF"/>
          </a:solidFill>
          <a:ln w="19050">
            <a:solidFill>
              <a:srgbClr val="DCE1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1243012" y="5834211"/>
            <a:ext cx="686098" cy="686098"/>
          </a:xfrm>
          <a:prstGeom prst="ellipse">
            <a:avLst/>
          </a:prstGeom>
          <a:solidFill>
            <a:srgbClr val="B5121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924967" y="7022009"/>
            <a:ext cx="8437066" cy="1240036"/>
          </a:xfrm>
          <a:prstGeom prst="roundRect">
            <a:avLst>
              <a:gd name="adj" fmla="val 15823"/>
            </a:avLst>
          </a:prstGeom>
          <a:solidFill>
            <a:srgbClr val="FFFFFF"/>
          </a:solidFill>
          <a:ln w="19050">
            <a:solidFill>
              <a:srgbClr val="DCE1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1243012" y="7298978"/>
            <a:ext cx="686098" cy="686098"/>
          </a:xfrm>
          <a:prstGeom prst="ellipse">
            <a:avLst/>
          </a:prstGeom>
          <a:solidFill>
            <a:srgbClr val="B5121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orma"/>
          <p:cNvSpPr/>
          <p:nvPr/>
        </p:nvSpPr>
        <p:spPr>
          <a:xfrm>
            <a:off x="924967" y="8486775"/>
            <a:ext cx="8437066" cy="1594247"/>
          </a:xfrm>
          <a:prstGeom prst="roundRect">
            <a:avLst>
              <a:gd name="adj" fmla="val 12307"/>
            </a:avLst>
          </a:prstGeom>
          <a:solidFill>
            <a:srgbClr val="FFFFFF"/>
          </a:solidFill>
          <a:ln w="19050">
            <a:solidFill>
              <a:srgbClr val="DCE1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orma"/>
          <p:cNvSpPr/>
          <p:nvPr/>
        </p:nvSpPr>
        <p:spPr>
          <a:xfrm>
            <a:off x="1243012" y="8940850"/>
            <a:ext cx="686098" cy="686098"/>
          </a:xfrm>
          <a:prstGeom prst="ellipse">
            <a:avLst/>
          </a:prstGeom>
          <a:solidFill>
            <a:srgbClr val="B5121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Seta" descr="Set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2062" y="11534180"/>
            <a:ext cx="380554" cy="380554"/>
          </a:xfrm>
          <a:prstGeom prst="rect">
            <a:avLst/>
          </a:prstGeom>
        </p:spPr>
      </p:pic>
      <p:sp>
        <p:nvSpPr>
          <p:cNvPr id="11" name="Forma"/>
          <p:cNvSpPr/>
          <p:nvPr/>
        </p:nvSpPr>
        <p:spPr>
          <a:xfrm>
            <a:off x="8074223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orma: on"/>
          <p:cNvSpPr/>
          <p:nvPr/>
        </p:nvSpPr>
        <p:spPr>
          <a:xfrm>
            <a:off x="8303419" y="11809661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orma"/>
          <p:cNvSpPr/>
          <p:nvPr/>
        </p:nvSpPr>
        <p:spPr>
          <a:xfrm>
            <a:off x="8779520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orma"/>
          <p:cNvSpPr/>
          <p:nvPr/>
        </p:nvSpPr>
        <p:spPr>
          <a:xfrm>
            <a:off x="9008715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orma"/>
          <p:cNvSpPr/>
          <p:nvPr/>
        </p:nvSpPr>
        <p:spPr>
          <a:xfrm>
            <a:off x="9237911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o: tag"/>
          <p:cNvSpPr txBox="1"/>
          <p:nvPr/>
        </p:nvSpPr>
        <p:spPr>
          <a:xfrm>
            <a:off x="915442" y="1018941"/>
            <a:ext cx="1615247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B5121B"/>
                </a:solidFill>
                <a:latin typeface="Barlow"/>
                <a:ea typeface="Barlow"/>
                <a:cs typeface="Barlow"/>
              </a:rPr>
              <a:t>O caminho</a:t>
            </a:r>
          </a:p>
        </p:txBody>
      </p:sp>
      <p:sp>
        <p:nvSpPr>
          <p:cNvPr id="17" name="Texto: h2"/>
          <p:cNvSpPr txBox="1"/>
          <p:nvPr/>
        </p:nvSpPr>
        <p:spPr>
          <a:xfrm>
            <a:off x="915442" y="2673652"/>
            <a:ext cx="3261360" cy="9335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4 etapas</a:t>
            </a:r>
          </a:p>
        </p:txBody>
      </p:sp>
      <p:sp>
        <p:nvSpPr>
          <p:cNvPr id="18" name="Texto: span"/>
          <p:cNvSpPr txBox="1"/>
          <p:nvPr/>
        </p:nvSpPr>
        <p:spPr>
          <a:xfrm>
            <a:off x="1488378" y="4493499"/>
            <a:ext cx="195218" cy="6861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540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1</a:t>
            </a:r>
          </a:p>
        </p:txBody>
      </p:sp>
      <p:sp>
        <p:nvSpPr>
          <p:cNvPr id="19" name="Texto: it"/>
          <p:cNvSpPr txBox="1"/>
          <p:nvPr/>
        </p:nvSpPr>
        <p:spPr>
          <a:xfrm>
            <a:off x="2175867" y="4478944"/>
            <a:ext cx="6184746" cy="5202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09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Você entrega no ponto de coleta</a:t>
            </a:r>
          </a:p>
        </p:txBody>
      </p:sp>
      <p:sp>
        <p:nvSpPr>
          <p:cNvPr id="20" name="Texto: span"/>
          <p:cNvSpPr txBox="1"/>
          <p:nvPr/>
        </p:nvSpPr>
        <p:spPr>
          <a:xfrm>
            <a:off x="1456283" y="5958265"/>
            <a:ext cx="259556" cy="6861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540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2</a:t>
            </a:r>
          </a:p>
        </p:txBody>
      </p:sp>
      <p:sp>
        <p:nvSpPr>
          <p:cNvPr id="21" name="Texto: it"/>
          <p:cNvSpPr txBox="1"/>
          <p:nvPr/>
        </p:nvSpPr>
        <p:spPr>
          <a:xfrm>
            <a:off x="2175867" y="5943710"/>
            <a:ext cx="6616779" cy="5202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09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A Triagem confere a especificação</a:t>
            </a:r>
          </a:p>
        </p:txBody>
      </p:sp>
      <p:sp>
        <p:nvSpPr>
          <p:cNvPr id="22" name="Texto: span"/>
          <p:cNvSpPr txBox="1"/>
          <p:nvPr/>
        </p:nvSpPr>
        <p:spPr>
          <a:xfrm>
            <a:off x="1456618" y="7423031"/>
            <a:ext cx="258738" cy="6861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540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3</a:t>
            </a:r>
          </a:p>
        </p:txBody>
      </p:sp>
      <p:sp>
        <p:nvSpPr>
          <p:cNvPr id="23" name="Texto: it"/>
          <p:cNvSpPr txBox="1"/>
          <p:nvPr/>
        </p:nvSpPr>
        <p:spPr>
          <a:xfrm>
            <a:off x="2175867" y="7408476"/>
            <a:ext cx="6778689" cy="5202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09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Os itens são separados por unidade</a:t>
            </a:r>
          </a:p>
        </p:txBody>
      </p:sp>
      <p:sp>
        <p:nvSpPr>
          <p:cNvPr id="24" name="Texto: span"/>
          <p:cNvSpPr txBox="1"/>
          <p:nvPr/>
        </p:nvSpPr>
        <p:spPr>
          <a:xfrm>
            <a:off x="1446624" y="9064903"/>
            <a:ext cx="278874" cy="6861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540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4</a:t>
            </a:r>
          </a:p>
        </p:txBody>
      </p:sp>
      <p:sp>
        <p:nvSpPr>
          <p:cNvPr id="25" name="Texto: it"/>
          <p:cNvSpPr txBox="1"/>
          <p:nvPr/>
        </p:nvSpPr>
        <p:spPr>
          <a:xfrm>
            <a:off x="2175867" y="8790346"/>
            <a:ext cx="6687821" cy="104042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09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A entrega acontece na visita técnica, em 04 e 05/11</a:t>
            </a:r>
          </a:p>
        </p:txBody>
      </p:sp>
      <p:sp>
        <p:nvSpPr>
          <p:cNvPr id="26" name="Texto: ponte"/>
          <p:cNvSpPr txBox="1"/>
          <p:nvPr/>
        </p:nvSpPr>
        <p:spPr>
          <a:xfrm>
            <a:off x="915442" y="11496457"/>
            <a:ext cx="2664470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E onde entregar?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rma: box"/>
          <p:cNvSpPr/>
          <p:nvPr/>
        </p:nvSpPr>
        <p:spPr>
          <a:xfrm>
            <a:off x="924967" y="6144518"/>
            <a:ext cx="8437066" cy="1884462"/>
          </a:xfrm>
          <a:prstGeom prst="roundRect">
            <a:avLst>
              <a:gd name="adj" fmla="val 10412"/>
            </a:avLst>
          </a:prstGeom>
          <a:solidFill>
            <a:srgbClr val="FFFFFF"/>
          </a:solidFill>
          <a:ln w="19050">
            <a:solidFill>
              <a:srgbClr val="DCE1EC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Seta" descr="Set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085" y="11534180"/>
            <a:ext cx="380554" cy="380554"/>
          </a:xfrm>
          <a:prstGeom prst="rect">
            <a:avLst/>
          </a:prstGeom>
        </p:spPr>
      </p:pic>
      <p:sp>
        <p:nvSpPr>
          <p:cNvPr id="4" name="Forma"/>
          <p:cNvSpPr/>
          <p:nvPr/>
        </p:nvSpPr>
        <p:spPr>
          <a:xfrm>
            <a:off x="8074223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8303419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: on"/>
          <p:cNvSpPr/>
          <p:nvPr/>
        </p:nvSpPr>
        <p:spPr>
          <a:xfrm>
            <a:off x="8532614" y="11809661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9008715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orma"/>
          <p:cNvSpPr/>
          <p:nvPr/>
        </p:nvSpPr>
        <p:spPr>
          <a:xfrm>
            <a:off x="9237911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o: tag"/>
          <p:cNvSpPr txBox="1"/>
          <p:nvPr/>
        </p:nvSpPr>
        <p:spPr>
          <a:xfrm>
            <a:off x="915442" y="1018941"/>
            <a:ext cx="2176775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B5121B"/>
                </a:solidFill>
                <a:latin typeface="Barlow"/>
                <a:ea typeface="Barlow"/>
                <a:cs typeface="Barlow"/>
              </a:rPr>
              <a:t>Onde entregar</a:t>
            </a:r>
          </a:p>
        </p:txBody>
      </p:sp>
      <p:sp>
        <p:nvSpPr>
          <p:cNvPr id="10" name="Texto: h2"/>
          <p:cNvSpPr txBox="1"/>
          <p:nvPr/>
        </p:nvSpPr>
        <p:spPr>
          <a:xfrm>
            <a:off x="915442" y="4725694"/>
            <a:ext cx="6147911" cy="9335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Pontos de coleta</a:t>
            </a:r>
          </a:p>
        </p:txBody>
      </p:sp>
      <p:sp>
        <p:nvSpPr>
          <p:cNvPr id="11" name="Texto: box"/>
          <p:cNvSpPr txBox="1"/>
          <p:nvPr/>
        </p:nvSpPr>
        <p:spPr>
          <a:xfrm>
            <a:off x="1353145" y="6570723"/>
            <a:ext cx="7254633" cy="110445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34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[PENDENTE: pontos de coleta, dias e horários]</a:t>
            </a:r>
          </a:p>
        </p:txBody>
      </p:sp>
      <p:sp>
        <p:nvSpPr>
          <p:cNvPr id="12" name="Texto: ponte"/>
          <p:cNvSpPr txBox="1"/>
          <p:nvPr/>
        </p:nvSpPr>
        <p:spPr>
          <a:xfrm>
            <a:off x="915442" y="11496457"/>
            <a:ext cx="4176995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E como eu sei que chegou?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ta" descr="Set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1196" y="11534180"/>
            <a:ext cx="380554" cy="380554"/>
          </a:xfrm>
          <a:prstGeom prst="rect">
            <a:avLst/>
          </a:prstGeom>
        </p:spPr>
      </p:pic>
      <p:sp>
        <p:nvSpPr>
          <p:cNvPr id="3" name="Forma"/>
          <p:cNvSpPr/>
          <p:nvPr/>
        </p:nvSpPr>
        <p:spPr>
          <a:xfrm>
            <a:off x="8074223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orma"/>
          <p:cNvSpPr/>
          <p:nvPr/>
        </p:nvSpPr>
        <p:spPr>
          <a:xfrm>
            <a:off x="8303419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8532614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: on"/>
          <p:cNvSpPr/>
          <p:nvPr/>
        </p:nvSpPr>
        <p:spPr>
          <a:xfrm>
            <a:off x="8761809" y="11809661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9237911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o: tag"/>
          <p:cNvSpPr txBox="1"/>
          <p:nvPr/>
        </p:nvSpPr>
        <p:spPr>
          <a:xfrm>
            <a:off x="915442" y="1018941"/>
            <a:ext cx="3090118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B5121B"/>
                </a:solidFill>
                <a:latin typeface="Barlow"/>
                <a:ea typeface="Barlow"/>
                <a:cs typeface="Barlow"/>
              </a:rPr>
              <a:t>Prestação de contas</a:t>
            </a:r>
          </a:p>
        </p:txBody>
      </p:sp>
      <p:sp>
        <p:nvSpPr>
          <p:cNvPr id="9" name="Texto: h2"/>
          <p:cNvSpPr txBox="1"/>
          <p:nvPr/>
        </p:nvSpPr>
        <p:spPr>
          <a:xfrm>
            <a:off x="915442" y="4106420"/>
            <a:ext cx="6901309" cy="18670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Cada item contado</a:t>
            </a:r>
            <a:br/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aparece aqui.</a:t>
            </a:r>
          </a:p>
        </p:txBody>
      </p:sp>
      <p:sp>
        <p:nvSpPr>
          <p:cNvPr id="10" name="Texto: p"/>
          <p:cNvSpPr txBox="1"/>
          <p:nvPr/>
        </p:nvSpPr>
        <p:spPr>
          <a:xfrm>
            <a:off x="915442" y="6485296"/>
            <a:ext cx="8009117" cy="22089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34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No dia 10/11, publicamos o total de itens entregues em cada unidade: Penitenciária Estadual, Casa de Custódia e Colônia Penal Industrial.</a:t>
            </a:r>
          </a:p>
        </p:txBody>
      </p:sp>
      <p:sp>
        <p:nvSpPr>
          <p:cNvPr id="11" name="Texto: ponte"/>
          <p:cNvSpPr txBox="1"/>
          <p:nvPr/>
        </p:nvSpPr>
        <p:spPr>
          <a:xfrm>
            <a:off x="915442" y="11496457"/>
            <a:ext cx="1849517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Último slide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8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lo do projeto" descr="Selo do projeto Efeito Rebo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8530" y="3589883"/>
            <a:ext cx="1429792" cy="1429792"/>
          </a:xfrm>
          <a:prstGeom prst="rect">
            <a:avLst/>
          </a:prstGeom>
        </p:spPr>
      </p:pic>
      <p:sp>
        <p:nvSpPr>
          <p:cNvPr id="3" name="Forma: cta"/>
          <p:cNvSpPr/>
          <p:nvPr/>
        </p:nvSpPr>
        <p:spPr>
          <a:xfrm>
            <a:off x="1185416" y="8332738"/>
            <a:ext cx="7916019" cy="1069777"/>
          </a:xfrm>
          <a:prstGeom prst="roundRect">
            <a:avLst>
              <a:gd name="adj" fmla="val 50000"/>
            </a:avLst>
          </a:prstGeom>
          <a:solidFill>
            <a:srgbClr val="E9C4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o: tag"/>
          <p:cNvSpPr txBox="1"/>
          <p:nvPr/>
        </p:nvSpPr>
        <p:spPr>
          <a:xfrm>
            <a:off x="4403906" y="5369931"/>
            <a:ext cx="1479039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E9C46A"/>
                </a:solidFill>
                <a:latin typeface="Barlow"/>
                <a:ea typeface="Barlow"/>
                <a:cs typeface="Barlow"/>
              </a:rPr>
              <a:t>Na quinta</a:t>
            </a:r>
          </a:p>
        </p:txBody>
      </p:sp>
      <p:sp>
        <p:nvSpPr>
          <p:cNvPr id="5" name="Texto: h2"/>
          <p:cNvSpPr txBox="1"/>
          <p:nvPr/>
        </p:nvSpPr>
        <p:spPr>
          <a:xfrm>
            <a:off x="2047942" y="5989989"/>
            <a:ext cx="6190967" cy="18670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Por que a família</a:t>
            </a:r>
            <a:br/>
            <a:r>
              <a:rPr b="1" i="0" sz="7500" lang="pt-BR" spc="-11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paga a conta.</a:t>
            </a:r>
          </a:p>
        </p:txBody>
      </p:sp>
      <p:sp>
        <p:nvSpPr>
          <p:cNvPr id="6" name="Texto: cta"/>
          <p:cNvSpPr txBox="1"/>
          <p:nvPr/>
        </p:nvSpPr>
        <p:spPr>
          <a:xfrm>
            <a:off x="1233480" y="8572105"/>
            <a:ext cx="7819891" cy="4937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388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3888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Doe um item da lista no ponto de coleta</a:t>
            </a:r>
          </a:p>
        </p:txBody>
      </p:sp>
      <p:pic>
        <p:nvPicPr>
          <p:cNvPr id="7" name="Seta de rebote" descr="Seta de rebote, marca do projet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6071" y="853678"/>
            <a:ext cx="5904607" cy="590460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Efeito Rebo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arlow Condense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arlow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Efeito Rebote — Sáb 24/10: Do ponto de coleta à prestação de contas.</dc:title>
  <dc:subject>Kit da Comunicação</dc:subject>
  <dc:creator>Efeito Rebote · Comunicação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pt-BR</dc:language>
</cp:coreProperties>
</file>