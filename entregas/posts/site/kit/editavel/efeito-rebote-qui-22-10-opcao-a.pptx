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Opção A · Do saco à caixa: o caminho do item · </a:t>
            </a:r>
          </a:p>
          <a:p>
            <a:r>
              <a:t>Nem todo item que chega vai para a unidade.</a:t>
            </a:r>
          </a:p>
          <a:p/>
          <a:p>
            <a:r>
              <a:t>LEGENDA PRONTA</a:t>
            </a:r>
          </a:p>
          <a:p>
            <a:r>
              <a:t>Antes de chegar a uma unidade prisional, cada item passa pela mesa da equipe de Triagem.</a:t>
            </a:r>
          </a:p>
          <a:p/>
          <a:p>
            <a:r>
              <a:t>A equipe confere tipo, tamanho e embalagem, porque item fora do padrão pode não entrar. Depois separa por unidade e registra a contagem, que vai para a prestação de contas publicada aqui no perfil.</a:t>
            </a:r>
          </a:p>
          <a:p/>
          <a:p>
            <a:r>
              <a:t>Na quinta que vem, por que a família acaba pagando a conta. Siga o perfil para acompanhar.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807422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4795306"/>
            <a:ext cx="2278440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0 a 3 s · gancho</a:t>
            </a:r>
          </a:p>
        </p:txBody>
      </p:sp>
      <p:sp>
        <p:nvSpPr>
          <p:cNvPr id="10" name="Texto: h1"/>
          <p:cNvSpPr txBox="1"/>
          <p:nvPr/>
        </p:nvSpPr>
        <p:spPr>
          <a:xfrm>
            <a:off x="915442" y="5335550"/>
            <a:ext cx="7509823" cy="3689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Nem todo item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que chega vai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para a unidade.</a:t>
            </a:r>
          </a:p>
        </p:txBody>
      </p:sp>
      <p:sp>
        <p:nvSpPr>
          <p:cNvPr id="11" name="Texto: ponte"/>
          <p:cNvSpPr txBox="1"/>
          <p:nvPr/>
        </p:nvSpPr>
        <p:spPr>
          <a:xfrm>
            <a:off x="915442" y="11496457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2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: on"/>
          <p:cNvSpPr/>
          <p:nvPr/>
        </p:nvSpPr>
        <p:spPr>
          <a:xfrm>
            <a:off x="830341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2489136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3 a 10 s · conferir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5552880"/>
            <a:ext cx="5432331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Primeiro, a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especificação.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: on"/>
          <p:cNvSpPr/>
          <p:nvPr/>
        </p:nvSpPr>
        <p:spPr>
          <a:xfrm>
            <a:off x="8532614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2565752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10 a 18 s · separar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5552880"/>
            <a:ext cx="5984528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Depois, por item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por unidade.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532614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76180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2455247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18 a 25 s · contar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5552880"/>
            <a:ext cx="5690175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Tudo é contado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registrado.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4056608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7866013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3817493" y="5836656"/>
            <a:ext cx="2651864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25 a 30 s · convite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2669381" y="6456714"/>
            <a:ext cx="4948238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Efeito Rebote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8105380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Qui 22/10: Nem todo item que chega vai para a unidade.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