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Caso local na capa: a escova que faltou · </a:t>
            </a:r>
          </a:p>
          <a:p>
            <a:r>
              <a:t>Em 2025, faltou escova de dente numa penitenciária de Maringá.</a:t>
            </a:r>
          </a:p>
          <a:p/>
          <a:p>
            <a:r>
              <a:t>LEGENDA PRONTA</a:t>
            </a:r>
          </a:p>
          <a:p>
            <a:r>
              <a:t>Em maio de 2025, a Defensoria Pública do Paraná encontrou a Penitenciária Estadual de Maringá sem pasta de dente, aparelho de barbear e escova.</a:t>
            </a:r>
          </a:p>
          <a:p/>
          <a:p>
            <a:r>
              <a:t>Quando o básico falta, o Conselho da Comunidade repõe parte dos itens, e famílias compram e levam na visita. O custo sai da prisão e chega a outros bolsos, e é daí que vem o nome do projeto.</a:t>
            </a:r>
          </a:p>
          <a:p/>
          <a:p>
            <a:r>
              <a:t>Somos cerca de 80 estudantes de Direito da UniCesumar. Neste semestre, vamos conhecer as unidades prisionais de Maringá de perto e contar aqui o que encontrarmos, sempre com fonte.</a:t>
            </a:r>
          </a:p>
          <a:p/>
          <a:p>
            <a:r>
              <a:t>No domingo, o efeito rebote em 30 segundos.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2114163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2389644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2389644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2389644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2389644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2389644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2389644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2829286"/>
            <a:ext cx="318572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Prazer, Efeito Rebote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3369531"/>
            <a:ext cx="7530450" cy="6149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2025, faltou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escova 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dente numa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penitenciária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Maringá.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10018922"/>
            <a:ext cx="5623625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Somos estudantes de Direito. Quem paga essa conta?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1390512"/>
            <a:ext cx="5919698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Defensoria Pública do PR, inspeção de 13/05/2025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2076440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091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00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413688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a inspeção encontrou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706816"/>
            <a:ext cx="542823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Faltavam itens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 uso diário.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296"/>
            <a:ext cx="7714735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Penitenciária Estadual de Maringá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, a Defensoria Pública do Paraná registrou a falta de pasta de dente, aparelho de barbear e escova.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390245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quem cobre essa falta?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920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8326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Quem cobre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106420"/>
            <a:ext cx="58273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Muitas vezes,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quem está fora.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485296"/>
            <a:ext cx="8348371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Conselho da Comunidade repõe parte dos itens, e famílias compram e levam no dia da visita. O custo do básico sai da prisão e vai para outros bolsos.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471691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 que o nome Efeito Rebote?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391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1753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nome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3915771"/>
            <a:ext cx="653148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Economizar no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básico pode sair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mais caro depois.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7228097"/>
            <a:ext cx="8336018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Sem higiene, a saúde se desgasta. Quando a família arca com o custo, o vínculo também sofre, e voltar para a sociedade fica mais difícil.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419713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o projeto vai fazer?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40777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Neste semestre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106420"/>
            <a:ext cx="613432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Estudar de perto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contar aqui.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485296"/>
            <a:ext cx="7978979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Cerca de 80 estudantes de Direito da UniCesumar vão conhecer as três unidades prisionais de Maringá e publicar o que encontrarem, sempre com fonte.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222671" y="5369931"/>
            <a:ext cx="184165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No domingo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25015" y="5989989"/>
            <a:ext cx="623697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efeito rebote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30 segundos.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09/10: Em 2025, faltou escova de dente numa penitenciária de Maringá.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