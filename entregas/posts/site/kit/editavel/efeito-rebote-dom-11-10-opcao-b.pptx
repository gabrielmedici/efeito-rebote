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Só texto na tela, sem rosto · </a:t>
            </a:r>
          </a:p>
          <a:p>
            <a:r>
              <a:t>A luz do óleo acendeu. Você ignora?</a:t>
            </a:r>
          </a:p>
          <a:p/>
          <a:p>
            <a:r>
              <a:t>LEGENDA PRONTA</a:t>
            </a:r>
          </a:p>
          <a:p>
            <a:r>
              <a:t>Ignorar a luz do óleo parece economia até o motor parar.</a:t>
            </a:r>
          </a:p>
          <a:p/>
          <a:p>
            <a:r>
              <a:t>No sistema prisional, a lógica é parecida. Em 2025, a Defensoria Pública do Paraná registrou a falta de pasta de dente, escova e aparelho de barbear na Penitenciária Estadual de Maringá. Quando o básico falta lá dentro, parte do custo volta para fora, muitas vezes para as famílias.</a:t>
            </a:r>
          </a:p>
          <a:p/>
          <a:p>
            <a:r>
              <a:t>É esse movimento que dá nome ao Efeito Rebote, projeto de estudantes de Direito da UniCesumar.</a:t>
            </a:r>
          </a:p>
          <a:p/>
          <a:p>
            <a:r>
              <a:t>Na terça, o que a lei diz sobre higiene.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95306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335550"/>
            <a:ext cx="6318498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luz do óleo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acendeu.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Você ignora?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326185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9 s · a comparação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694632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Ignorar sai barato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hoje e caro depois.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44116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9 a 17 s · a virada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4153152"/>
            <a:ext cx="7677626" cy="37340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Numa penitenciária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 Maringá, faltou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escova, pasta 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aparelho de barbear.</a:t>
            </a:r>
          </a:p>
        </p:txBody>
      </p:sp>
      <p:sp>
        <p:nvSpPr>
          <p:cNvPr id="9" name="Texto: p"/>
          <p:cNvSpPr txBox="1"/>
          <p:nvPr/>
        </p:nvSpPr>
        <p:spPr>
          <a:xfrm>
            <a:off x="915442" y="8398928"/>
            <a:ext cx="6088320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Defensoria Pública do PR,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69803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17 a 25 s · o rebote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822245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custo volta para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fora: saúde e famílias.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17493" y="5836656"/>
            <a:ext cx="265186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25 a 30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Dom 11/10: A luz do óleo acendeu. Você ignora?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