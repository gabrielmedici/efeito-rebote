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C · Pergunta na capa: o que fizemos com o seu dinheiro? · </a:t>
            </a:r>
          </a:p>
          <a:p>
            <a:r>
              <a:t>O que fizemos com o seu bilhete?</a:t>
            </a:r>
          </a:p>
          <a:p/>
          <a:p>
            <a:r>
              <a:t>LEGENDA PRONTA</a:t>
            </a:r>
          </a:p>
          <a:p>
            <a:r>
              <a:t>Se você comprou um bilhete ou fez uma doação, esta é a conta.</a:t>
            </a:r>
          </a:p>
          <a:p/>
          <a:p>
            <a:r>
              <a:t>Entrou R$ [PENDENTE] e saiu R$ [PENDENTE], somando o prêmio e os itens de higiene comprados com nota fiscal. Os itens foram divididos entre a Penitenciária Estadual, a Casa de Custódia e a Colônia Penal Industrial de Maringá.</a:t>
            </a:r>
          </a:p>
          <a:p/>
          <a:p>
            <a:r>
              <a:t>A planilha, as notas fiscais e a ata do sorteio ficam com a comissão financeira, disponíveis a quem pedir.</a:t>
            </a:r>
          </a:p>
          <a:p/>
          <a:p>
            <a:r>
              <a:t>Na quinta, a turma conta o que aprendeu.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720445"/>
            <a:ext cx="309011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Prestação de contas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260690"/>
            <a:ext cx="9097328" cy="24598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que fizemos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com o seu bilhete?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8220334"/>
            <a:ext cx="5878419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A resposta, com números e documentos.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902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107925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valor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4658572"/>
            <a:ext cx="5307747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Entrou R$ [—].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Saiu R$ [—].</a:t>
            </a:r>
          </a:p>
        </p:txBody>
      </p:sp>
      <p:sp>
        <p:nvSpPr>
          <p:cNvPr id="10" name="Texto: p"/>
          <p:cNvSpPr txBox="1"/>
          <p:nvPr/>
        </p:nvSpPr>
        <p:spPr>
          <a:xfrm>
            <a:off x="915442" y="7037448"/>
            <a:ext cx="8093875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saída soma o prêmio e os itens de higiene, todos com nota fiscal.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3874294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viraram quantos itens?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500196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278934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466731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743700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93149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820846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271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o: tag"/>
          <p:cNvSpPr txBox="1"/>
          <p:nvPr/>
        </p:nvSpPr>
        <p:spPr>
          <a:xfrm>
            <a:off x="915442" y="1018941"/>
            <a:ext cx="125164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Os itens</a:t>
            </a:r>
          </a:p>
        </p:txBody>
      </p:sp>
      <p:sp>
        <p:nvSpPr>
          <p:cNvPr id="15" name="Texto: h2"/>
          <p:cNvSpPr txBox="1"/>
          <p:nvPr/>
        </p:nvSpPr>
        <p:spPr>
          <a:xfrm>
            <a:off x="915442" y="3583140"/>
            <a:ext cx="8299073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Entregues por unidade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1488378" y="5402987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7" name="Texto: it"/>
          <p:cNvSpPr txBox="1"/>
          <p:nvPr/>
        </p:nvSpPr>
        <p:spPr>
          <a:xfrm>
            <a:off x="2175867" y="5388432"/>
            <a:ext cx="7092523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Penitenciária Estadual: [PENDENTE]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56283" y="6867754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19" name="Texto: it"/>
          <p:cNvSpPr txBox="1"/>
          <p:nvPr/>
        </p:nvSpPr>
        <p:spPr>
          <a:xfrm>
            <a:off x="2175867" y="6853199"/>
            <a:ext cx="607555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Casa de Custódia: [PENDENTE]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56618" y="8332520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1" name="Texto: it"/>
          <p:cNvSpPr txBox="1"/>
          <p:nvPr/>
        </p:nvSpPr>
        <p:spPr>
          <a:xfrm>
            <a:off x="2175867" y="8317965"/>
            <a:ext cx="7256725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Colônia Penal Industrial: [PENDENTE]</a:t>
            </a:r>
          </a:p>
        </p:txBody>
      </p:sp>
      <p:sp>
        <p:nvSpPr>
          <p:cNvPr id="22" name="Texto: ponte"/>
          <p:cNvSpPr txBox="1"/>
          <p:nvPr/>
        </p:nvSpPr>
        <p:spPr>
          <a:xfrm>
            <a:off x="915442" y="11496457"/>
            <a:ext cx="241170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Como conferir?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262829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Os comprovantes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4658572"/>
            <a:ext cx="893492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Tudo guardado 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disponível a quem pedir.</a:t>
            </a:r>
          </a:p>
        </p:txBody>
      </p:sp>
      <p:sp>
        <p:nvSpPr>
          <p:cNvPr id="10" name="Texto: p"/>
          <p:cNvSpPr txBox="1"/>
          <p:nvPr/>
        </p:nvSpPr>
        <p:spPr>
          <a:xfrm>
            <a:off x="915442" y="7037448"/>
            <a:ext cx="8414004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Planilha de entradas e saídas, notas fiscais e a ata do sorteio ficam com a comissão financeira.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03906" y="5369931"/>
            <a:ext cx="14790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quinta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201994" y="5989989"/>
            <a:ext cx="588286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turma conta o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 aprendeu.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Ter 10/11: O que fizemos com o seu bilhete?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