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O caminho do PIX · </a:t>
            </a:r>
          </a:p>
          <a:p>
            <a:r>
              <a:t>Seu PIX vira itens de higiene. Com nota fiscal.</a:t>
            </a:r>
          </a:p>
          <a:p/>
          <a:p>
            <a:r>
              <a:t>LEGENDA PRONTA</a:t>
            </a:r>
          </a:p>
          <a:p>
            <a:r>
              <a:t>Cada real doado por PIX ao Efeito Rebote vira item de higiene comprado com nota fiscal.</a:t>
            </a:r>
          </a:p>
          <a:p/>
          <a:p>
            <a:r>
              <a:t>A doação vai para a conta do projeto, com a palavra “doação” na mensagem. A equipe Financeiro registra o valor separado da ação de arrecadação e usa só na compra de itens. Em 10/11, publicamos aqui quanto entrou, quanto foi gasto e o que foi entregue em cada unidade.</a:t>
            </a:r>
          </a:p>
          <a:p/>
          <a:p>
            <a:r>
              <a:t>A chave PIX e o QR Code estão no último slide. Faça um PIX de doação.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4105488"/>
            <a:ext cx="218283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Transparência</a:t>
            </a:r>
          </a:p>
        </p:txBody>
      </p:sp>
      <p:sp>
        <p:nvSpPr>
          <p:cNvPr id="9" name="Texto: h1"/>
          <p:cNvSpPr txBox="1"/>
          <p:nvPr/>
        </p:nvSpPr>
        <p:spPr>
          <a:xfrm>
            <a:off x="915442" y="4645732"/>
            <a:ext cx="7943165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Seu PIX vira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itens de higiene.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 nota fiscal.</a:t>
            </a:r>
          </a:p>
        </p:txBody>
      </p:sp>
      <p:sp>
        <p:nvSpPr>
          <p:cNvPr id="10" name="Texto: lead"/>
          <p:cNvSpPr txBox="1"/>
          <p:nvPr/>
        </p:nvSpPr>
        <p:spPr>
          <a:xfrm>
            <a:off x="915442" y="8835292"/>
            <a:ext cx="5625783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Como funciona a doação em dinheiro ao Efeito Rebote.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738265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192339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5557242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011317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37622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783029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91951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94721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110" y="11534180"/>
            <a:ext cx="380554" cy="380554"/>
          </a:xfrm>
          <a:prstGeom prst="rect">
            <a:avLst/>
          </a:prstGeom>
        </p:spPr>
      </p:pic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228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Como funciona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319441"/>
            <a:ext cx="6055742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Do PIX à entrega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4316393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it"/>
          <p:cNvSpPr txBox="1"/>
          <p:nvPr/>
        </p:nvSpPr>
        <p:spPr>
          <a:xfrm>
            <a:off x="2175867" y="4041835"/>
            <a:ext cx="634492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PIX para a conta do projeto, com “doação” na mensagem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6135370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it"/>
          <p:cNvSpPr txBox="1"/>
          <p:nvPr/>
        </p:nvSpPr>
        <p:spPr>
          <a:xfrm>
            <a:off x="2175867" y="5860813"/>
            <a:ext cx="635772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Financeiro registra à parte dos bilhetes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7954348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it"/>
          <p:cNvSpPr txBox="1"/>
          <p:nvPr/>
        </p:nvSpPr>
        <p:spPr>
          <a:xfrm>
            <a:off x="2175867" y="7679790"/>
            <a:ext cx="724942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valor compra só itens de higiene, com nota fiscal</a:t>
            </a:r>
          </a:p>
        </p:txBody>
      </p:sp>
      <p:sp>
        <p:nvSpPr>
          <p:cNvPr id="23" name="Texto: span"/>
          <p:cNvSpPr txBox="1"/>
          <p:nvPr/>
        </p:nvSpPr>
        <p:spPr>
          <a:xfrm>
            <a:off x="1446624" y="9596220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4" name="Texto: it"/>
          <p:cNvSpPr txBox="1"/>
          <p:nvPr/>
        </p:nvSpPr>
        <p:spPr>
          <a:xfrm>
            <a:off x="2175867" y="9581665"/>
            <a:ext cx="759511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Triagem confere e separa por unidade</a:t>
            </a:r>
          </a:p>
        </p:txBody>
      </p:sp>
      <p:sp>
        <p:nvSpPr>
          <p:cNvPr id="25" name="Texto: ponte"/>
          <p:cNvSpPr txBox="1"/>
          <p:nvPr/>
        </p:nvSpPr>
        <p:spPr>
          <a:xfrm>
            <a:off x="915442" y="11496457"/>
            <a:ext cx="3139723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onde eu vejo isso?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09011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Prestação de contas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4849221"/>
            <a:ext cx="9129906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10/11, tudo publicado.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6294647"/>
            <a:ext cx="792569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Quanto entrou, quanto foi gasto e o que foi entregue em cada unidade, com os comprovantes guardados pelo Financeiro.</a:t>
            </a:r>
          </a:p>
        </p:txBody>
      </p:sp>
      <p:sp>
        <p:nvSpPr>
          <p:cNvPr id="10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645420" y="8332738"/>
            <a:ext cx="4996011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047942" y="5989989"/>
            <a:ext cx="619096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a família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paga a conta.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839484" y="8572105"/>
            <a:ext cx="4607882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Faça um PIX de doação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Sáb 24/10: Seu PIX vira itens de higiene. Com nota fiscal.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