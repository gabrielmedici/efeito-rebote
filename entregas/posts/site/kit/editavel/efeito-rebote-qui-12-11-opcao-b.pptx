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Antes eu achava, depois eu vi · </a:t>
            </a:r>
          </a:p>
          <a:p>
            <a:r>
              <a:t>Antes eu achava... Depois eu vi...</a:t>
            </a:r>
          </a:p>
          <a:p/>
          <a:p>
            <a:r>
              <a:t>LEGENDA PRONTA</a:t>
            </a:r>
          </a:p>
          <a:p>
            <a:r>
              <a:t>Muita gente da turma começou o semestre com uma ideia sobre prisão e terminou com outra.</a:t>
            </a:r>
          </a:p>
          <a:p/>
          <a:p>
            <a:r>
              <a:t>Um dado ajudou nessa mudança: no Brasil, toda pena tem fim. A Constituição proíbe penas de caráter perpétuo, e o Código Penal limita o cumprimento a 40 anos. Quem está preso hoje vai voltar a conviver com a gente, e as condições lá dentro importam para todos.</a:t>
            </a:r>
          </a:p>
          <a:p/>
          <a:p>
            <a:r>
              <a:t>Siga o perfil para acompanhar o fechamento.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5410264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950508"/>
            <a:ext cx="8873698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Antes eu achava...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Depois eu vi...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199030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12 s · voz 1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660892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[Antes] · [Depois]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17841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12 a 21 s · voz 2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660892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[Antes] · [Depois]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46228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21 a 27 s · o dado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4810526"/>
            <a:ext cx="535800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No Brasil, toda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pena tem fim.</a:t>
            </a:r>
          </a:p>
        </p:txBody>
      </p:sp>
      <p:sp>
        <p:nvSpPr>
          <p:cNvPr id="9" name="Texto: p"/>
          <p:cNvSpPr txBox="1"/>
          <p:nvPr/>
        </p:nvSpPr>
        <p:spPr>
          <a:xfrm>
            <a:off x="915442" y="7189401"/>
            <a:ext cx="8499878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Constituição, art. 5º, XLVII, b · Código Penal, art. 75.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61204" y="5836656"/>
            <a:ext cx="256444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27 a 31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12/11: Antes eu achava... Depois eu vi...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