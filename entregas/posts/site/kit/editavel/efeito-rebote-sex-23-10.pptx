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O que falta dentro da prisão não fica lá dentro.</a:t>
            </a:r>
          </a:p>
          <a:p/>
          <a:p>
            <a:r>
              <a:t>LEGENDA PRONTA</a:t>
            </a:r>
          </a:p>
          <a:p>
            <a:r>
              <a:t>Em 30 segundos, explicamos por que escolhemos o nome Efeito Rebote e o que vamos fazer neste semestre.</a:t>
            </a:r>
          </a:p>
          <a:p/>
          <a:p>
            <a:r>
              <a:t>São cerca de 80 estudantes de Direito estudando a realidade das unidades prisionais de Maringá, com dados e fonte em cada post.</a:t>
            </a:r>
          </a:p>
          <a:p/>
          <a:p>
            <a:r>
              <a:t>Dê o play e compartilhe com quem ainda não conhece o projeto.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830341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4856205"/>
            <a:ext cx="227844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0 a 3 s · gancho</a:t>
            </a:r>
          </a:p>
        </p:txBody>
      </p:sp>
      <p:sp>
        <p:nvSpPr>
          <p:cNvPr id="9" name="Texto: h1"/>
          <p:cNvSpPr txBox="1"/>
          <p:nvPr/>
        </p:nvSpPr>
        <p:spPr>
          <a:xfrm>
            <a:off x="915442" y="5611651"/>
            <a:ext cx="8637627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O que falta dentro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da prisão não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fica lá dentro.</a:t>
            </a:r>
          </a:p>
        </p:txBody>
      </p:sp>
      <p:sp>
        <p:nvSpPr>
          <p:cNvPr id="10" name="Texto: ponte"/>
          <p:cNvSpPr txBox="1"/>
          <p:nvPr/>
        </p:nvSpPr>
        <p:spPr>
          <a:xfrm>
            <a:off x="915442" y="1151548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1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: on"/>
          <p:cNvSpPr/>
          <p:nvPr/>
        </p:nvSpPr>
        <p:spPr>
          <a:xfrm>
            <a:off x="8532614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o: tag"/>
          <p:cNvSpPr txBox="1"/>
          <p:nvPr/>
        </p:nvSpPr>
        <p:spPr>
          <a:xfrm>
            <a:off x="915442" y="1079840"/>
            <a:ext cx="263402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3 a 10 s · contexto</a:t>
            </a:r>
          </a:p>
        </p:txBody>
      </p:sp>
      <p:sp>
        <p:nvSpPr>
          <p:cNvPr id="7" name="Texto: h2"/>
          <p:cNvSpPr txBox="1"/>
          <p:nvPr/>
        </p:nvSpPr>
        <p:spPr>
          <a:xfrm>
            <a:off x="915442" y="5295723"/>
            <a:ext cx="7677626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Em Maringá, faltou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escova, pasta e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aparelho de barbear.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o: tag"/>
          <p:cNvSpPr txBox="1"/>
          <p:nvPr/>
        </p:nvSpPr>
        <p:spPr>
          <a:xfrm>
            <a:off x="915442" y="1079840"/>
            <a:ext cx="3186872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10 a 22 s · informação</a:t>
            </a:r>
          </a:p>
        </p:txBody>
      </p:sp>
      <p:sp>
        <p:nvSpPr>
          <p:cNvPr id="7" name="Texto: h2"/>
          <p:cNvSpPr txBox="1"/>
          <p:nvPr/>
        </p:nvSpPr>
        <p:spPr>
          <a:xfrm>
            <a:off x="915442" y="5296169"/>
            <a:ext cx="5025836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Quando falta,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 conta volta.</a:t>
            </a:r>
          </a:p>
        </p:txBody>
      </p:sp>
      <p:sp>
        <p:nvSpPr>
          <p:cNvPr id="8" name="Texto: p"/>
          <p:cNvSpPr txBox="1"/>
          <p:nvPr/>
        </p:nvSpPr>
        <p:spPr>
          <a:xfrm>
            <a:off x="915442" y="7393448"/>
            <a:ext cx="7678281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Saúde, segurança e o bolso das famílias.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4056608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7866013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814048" y="5897555"/>
            <a:ext cx="265890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22 a 30 s · convite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2669381" y="6666281"/>
            <a:ext cx="4948238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Efeito Rebote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20413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Sex 23/10: O que falta dentro da prisão não fica lá dentro.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