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A lei, palavra por palavra · </a:t>
            </a:r>
          </a:p>
          <a:p>
            <a:r>
              <a:t>A lei cita escova de dente? Vamos ler juntos.</a:t>
            </a:r>
          </a:p>
          <a:p/>
          <a:p>
            <a:r>
              <a:t>LEGENDA PRONTA</a:t>
            </a:r>
          </a:p>
          <a:p>
            <a:r>
              <a:t>Lemos a Lei de Execução Penal procurando a palavra “escova”. Ela não aparece.</a:t>
            </a:r>
          </a:p>
          <a:p/>
          <a:p>
            <a:r>
              <a:t>O art. 12 diz que a assistência material inclui alimentação, vestuário e instalações higiênicas. O art. 14 prevê atendimento médico, farmacêutico e odontológico. Em 2023, o STF reconheceu um cenário de violação massiva de direitos nas prisões brasileiras, entre eles o direito à higiene (ADPF 347).</a:t>
            </a:r>
          </a:p>
          <a:p/>
          <a:p>
            <a:r>
              <a:t>Na quinta, os 5 itens de higiene do projeto e por que cada um tem regra.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8332470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lei cita escova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dente? Vamos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ler juntos.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677769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19019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13 s · art. 12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3392045"/>
            <a:ext cx="8451979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Art. 12: alimentação,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vestuário 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instalações higiênicas.</a:t>
            </a:r>
          </a:p>
        </p:txBody>
      </p:sp>
      <p:sp>
        <p:nvSpPr>
          <p:cNvPr id="10" name="Texto: box"/>
          <p:cNvSpPr txBox="1"/>
          <p:nvPr/>
        </p:nvSpPr>
        <p:spPr>
          <a:xfrm>
            <a:off x="1353145" y="7103974"/>
            <a:ext cx="7869144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Art. 12.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A assistência material ao preso e ao internado consistirá no fornecimento de alimentação, vestuário e instalações higiênicas.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32346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13 a 21 s · art. 14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086155"/>
            <a:ext cx="8092633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Art. 14: atendimento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médico, farmacêutico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odontológico.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303478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21 a 28 s · a resposta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4810526"/>
            <a:ext cx="757809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Escova de dente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aparece no texto.</a:t>
            </a:r>
          </a:p>
        </p:txBody>
      </p:sp>
      <p:sp>
        <p:nvSpPr>
          <p:cNvPr id="9" name="Texto: p"/>
          <p:cNvSpPr txBox="1"/>
          <p:nvPr/>
        </p:nvSpPr>
        <p:spPr>
          <a:xfrm>
            <a:off x="915442" y="7189401"/>
            <a:ext cx="8788456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STF reconheceu a falta de higiene nas prisões (ADPF 347).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19942" y="5836656"/>
            <a:ext cx="26471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28 a 32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13/10: A lei cita escova de dente? Vamos ler juntos.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