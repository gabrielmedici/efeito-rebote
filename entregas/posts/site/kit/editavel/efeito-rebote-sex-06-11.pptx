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Bastidores e agradecimento</a:t>
            </a:r>
          </a:p>
          <a:p/>
          <a:p>
            <a:r>
              <a:t>LEGENDA PRONTA</a:t>
            </a:r>
          </a:p>
          <a:p>
            <a:r>
              <a:t>Obrigado a cada pessoa que fez parte do Efeito Rebote.</a:t>
            </a:r>
          </a:p>
          <a:p/>
          <a:p>
            <a:r>
              <a:t>[Preencher: 2 frases sobre o caminho da turma, das primeiras reuniões à visita.]</a:t>
            </a:r>
          </a:p>
          <a:p/>
          <a:p>
            <a:r>
              <a:t>A prestação de contas completa sai aqui na próxima semana.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(foto de referência)" descr="Fundo listrado: troque pela foto 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orma: cap"/>
          <p:cNvSpPr/>
          <p:nvPr/>
        </p:nvSpPr>
        <p:spPr>
          <a:xfrm>
            <a:off x="915442" y="9255175"/>
            <a:ext cx="8456116" cy="2688134"/>
          </a:xfrm>
          <a:prstGeom prst="roundRect">
            <a:avLst>
              <a:gd name="adj" fmla="val 7653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ph"/>
          <p:cNvSpPr txBox="1"/>
          <p:nvPr/>
        </p:nvSpPr>
        <p:spPr>
          <a:xfrm>
            <a:off x="915442" y="789152"/>
            <a:ext cx="8076168" cy="8949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429" lang="pt-BR" spc="194">
                <a:solidFill>
                  <a:srgbClr val="4A5568"/>
                </a:solidFill>
                <a:latin typeface="Barlow"/>
                <a:ea typeface="Barlow"/>
                <a:cs typeface="Barlow"/>
              </a:rPr>
              <a:t>FOTO DOS BASTIDORES (TRIAGEM, REUNIÃO, EMBALAGEM)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26803" y="9758265"/>
            <a:ext cx="7322374" cy="7460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7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994" lang="pt-BR" spc="-9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trás do Efeito Rebote</a:t>
            </a:r>
          </a:p>
        </p:txBody>
      </p:sp>
      <p:sp>
        <p:nvSpPr>
          <p:cNvPr id="6" name="Texto: p"/>
          <p:cNvSpPr txBox="1"/>
          <p:nvPr/>
        </p:nvSpPr>
        <p:spPr>
          <a:xfrm>
            <a:off x="1326803" y="10541487"/>
            <a:ext cx="7696946" cy="9653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754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Semanas de estudo, organização e trabalho em equipe.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00196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27893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466731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74370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o: tag"/>
          <p:cNvSpPr txBox="1"/>
          <p:nvPr/>
        </p:nvSpPr>
        <p:spPr>
          <a:xfrm>
            <a:off x="915442" y="1079840"/>
            <a:ext cx="191434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Em números</a:t>
            </a:r>
          </a:p>
        </p:txBody>
      </p:sp>
      <p:sp>
        <p:nvSpPr>
          <p:cNvPr id="13" name="Texto: h2"/>
          <p:cNvSpPr txBox="1"/>
          <p:nvPr/>
        </p:nvSpPr>
        <p:spPr>
          <a:xfrm>
            <a:off x="915442" y="3792707"/>
            <a:ext cx="7635716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que fizemos juntos</a:t>
            </a:r>
          </a:p>
        </p:txBody>
      </p:sp>
      <p:sp>
        <p:nvSpPr>
          <p:cNvPr id="14" name="Texto: span"/>
          <p:cNvSpPr txBox="1"/>
          <p:nvPr/>
        </p:nvSpPr>
        <p:spPr>
          <a:xfrm>
            <a:off x="1488378" y="5173587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5" name="Texto: li"/>
          <p:cNvSpPr txBox="1"/>
          <p:nvPr/>
        </p:nvSpPr>
        <p:spPr>
          <a:xfrm>
            <a:off x="2175867" y="5348416"/>
            <a:ext cx="4922535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nº de posts]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56283" y="6638353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7" name="Texto: li"/>
          <p:cNvSpPr txBox="1"/>
          <p:nvPr/>
        </p:nvSpPr>
        <p:spPr>
          <a:xfrm>
            <a:off x="2175867" y="6813182"/>
            <a:ext cx="728521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nº de itens arrecadados]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618" y="8103120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19" name="Texto: li"/>
          <p:cNvSpPr txBox="1"/>
          <p:nvPr/>
        </p:nvSpPr>
        <p:spPr>
          <a:xfrm>
            <a:off x="2175867" y="8277949"/>
            <a:ext cx="7387858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nº de unidades visitadas]</a:t>
            </a:r>
          </a:p>
        </p:txBody>
      </p:sp>
      <p:sp>
        <p:nvSpPr>
          <p:cNvPr id="20" name="Texto: ponte"/>
          <p:cNvSpPr txBox="1"/>
          <p:nvPr/>
        </p:nvSpPr>
        <p:spPr>
          <a:xfrm>
            <a:off x="915442" y="1151548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79946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36313" y="4964105"/>
            <a:ext cx="14143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Obrigado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944694" y="5732831"/>
            <a:ext cx="8397463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cada pessoa que leu,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compartilhou, doou ou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comprou um bilhete.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913758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Sex 06/11: Bastidores e agradecimento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