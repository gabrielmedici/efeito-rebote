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C · Resultado + 3 caminhos · </a:t>
            </a:r>
          </a:p>
          <a:p>
            <a:r>
              <a:t>[PENDENTE: nº] itens entregues. E depois?</a:t>
            </a:r>
          </a:p>
          <a:p/>
          <a:p>
            <a:r>
              <a:t>LEGENDA PRONTA</a:t>
            </a:r>
          </a:p>
          <a:p>
            <a:r>
              <a:t>12 horas de estudo valem 1 dia a menos de pena. É a remição, prevista na Lei de Execução Penal (art. 126), que também conta 1 dia a cada 3 dias de trabalho.</a:t>
            </a:r>
          </a:p>
          <a:p/>
          <a:p>
            <a:r>
              <a:t>Esta semana, entregamos [PENDENTE: nº] itens de higiene às unidades prisionais de Maringá. Higiene é o básico. Para recomeçar, as pesquisas apontam também o apoio da família: uma revisão de 144 estudos brasileiros, do Instituto Igarapé, associa a falta dele a mais chances de voltar à prisão. É uma associação, e não uma garantia.</a:t>
            </a:r>
          </a:p>
          <a:p/>
          <a:p>
            <a:r>
              <a:t>Na terça, a prestação de contas.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3845336"/>
            <a:ext cx="262796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Resultado parcial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385580"/>
            <a:ext cx="7875553" cy="368974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[PENDENTE: nº]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itens entregues.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 depois?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8575140"/>
            <a:ext cx="5166351" cy="1560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a lei e as pesquisas apontam para quem vai recomeçar.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3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868442"/>
            <a:ext cx="8437066" cy="2436614"/>
          </a:xfrm>
          <a:prstGeom prst="roundRect">
            <a:avLst>
              <a:gd name="adj" fmla="val 805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370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75860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1: estudo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449618"/>
            <a:ext cx="8635335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Estudar diminui a pena.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294647"/>
            <a:ext cx="7515231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LEP, art. 126, § 1º, I: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1 dia de pena a cada 12 horas de frequência escolar [...] divididas, no mínimo, em 3 dias.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06970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trabalho?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611243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006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303576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2: trabalho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258969"/>
            <a:ext cx="619194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Trabalhar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também diminui.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7037448"/>
            <a:ext cx="7623355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LEP, art. 126, § 1º, II: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1 dia de pena a cada 3 dias de trabalho.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2169408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mais?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5592663"/>
            <a:ext cx="8437066" cy="2988766"/>
          </a:xfrm>
          <a:prstGeom prst="roundRect">
            <a:avLst>
              <a:gd name="adj" fmla="val 6565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031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84635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Caminho 3: vínculo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3240389"/>
            <a:ext cx="604739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Manter o vínculo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com a família.</a:t>
            </a:r>
          </a:p>
        </p:txBody>
      </p:sp>
      <p:sp>
        <p:nvSpPr>
          <p:cNvPr id="11" name="Texto: box"/>
          <p:cNvSpPr txBox="1"/>
          <p:nvPr/>
        </p:nvSpPr>
        <p:spPr>
          <a:xfrm>
            <a:off x="1353145" y="6018868"/>
            <a:ext cx="7759458" cy="22089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Uma revisão de </a:t>
            </a:r>
            <a:r>
              <a:rPr b="1" i="0" sz="3150" lang="pt-BR">
                <a:solidFill>
                  <a:srgbClr val="1B3A8C"/>
                </a:solidFill>
                <a:latin typeface="Barlow"/>
                <a:ea typeface="Barlow"/>
                <a:cs typeface="Barlow"/>
              </a:rPr>
              <a:t>144 estudos brasileiros</a:t>
            </a: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 (Instituto Igarapé, 2022) associa a falta de apoio da família a mais chances de voltar à prisão.</a:t>
            </a:r>
          </a:p>
        </p:txBody>
      </p:sp>
      <p:sp>
        <p:nvSpPr>
          <p:cNvPr id="12" name="Texto: p"/>
          <p:cNvSpPr txBox="1"/>
          <p:nvPr/>
        </p:nvSpPr>
        <p:spPr>
          <a:xfrm>
            <a:off x="915442" y="9007635"/>
            <a:ext cx="7403574" cy="55222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É uma associação, e não uma garantia.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5369931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84749" y="5989989"/>
            <a:ext cx="751735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prestação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contas, por unidade.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07/11: [PENDENTE: nº] itens entregues. E depois?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