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Prestação de contas</a:t>
            </a:r>
          </a:p>
          <a:p/>
          <a:p>
            <a:r>
              <a:t>LEGENDA PRONTA</a:t>
            </a:r>
          </a:p>
          <a:p>
            <a:r>
              <a:t>Prometemos mostrar para onde foi cada real. Aqui está.</a:t>
            </a:r>
          </a:p>
          <a:p/>
          <a:p>
            <a:r>
              <a:t>Entrou: R$ [PENDENTE], somando a ação de arrecadação e as doações.</a:t>
            </a:r>
          </a:p>
          <a:p>
            <a:r>
              <a:t>Saiu: R$ [PENDENTE] em itens de higiene e no prêmio.</a:t>
            </a:r>
          </a:p>
          <a:p>
            <a:r>
              <a:t>Entregamos [PENDENTE] itens nas unidades prisionais de Maringá.</a:t>
            </a:r>
          </a:p>
          <a:p/>
          <a:p>
            <a:r>
              <a:t>Os comprovantes ficam com a comissão financeira e estão disponíveis a quem pedir.</a:t>
            </a:r>
          </a:p>
          <a:p/>
          <a:p>
            <a:r>
              <a:t>Obrigado pela confiança.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4781344"/>
            <a:ext cx="2182832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Transparência</a:t>
            </a:r>
          </a:p>
        </p:txBody>
      </p:sp>
      <p:sp>
        <p:nvSpPr>
          <p:cNvPr id="10" name="Texto: h1"/>
          <p:cNvSpPr txBox="1"/>
          <p:nvPr/>
        </p:nvSpPr>
        <p:spPr>
          <a:xfrm>
            <a:off x="915442" y="5536791"/>
            <a:ext cx="4979506" cy="24598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Prestação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de contas</a:t>
            </a:r>
          </a:p>
        </p:txBody>
      </p:sp>
      <p:sp>
        <p:nvSpPr>
          <p:cNvPr id="11" name="Texto: lead"/>
          <p:cNvSpPr txBox="1"/>
          <p:nvPr/>
        </p:nvSpPr>
        <p:spPr>
          <a:xfrm>
            <a:off x="915442" y="8180317"/>
            <a:ext cx="5582251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Quanto entrou, quanto foi gasto e o que foi entregue.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3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747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: on"/>
          <p:cNvSpPr/>
          <p:nvPr/>
        </p:nvSpPr>
        <p:spPr>
          <a:xfrm>
            <a:off x="830341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1079840"/>
            <a:ext cx="107156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Entrou</a:t>
            </a:r>
          </a:p>
        </p:txBody>
      </p:sp>
      <p:sp>
        <p:nvSpPr>
          <p:cNvPr id="9" name="Texto: num"/>
          <p:cNvSpPr txBox="1"/>
          <p:nvPr/>
        </p:nvSpPr>
        <p:spPr>
          <a:xfrm>
            <a:off x="915442" y="4461891"/>
            <a:ext cx="7053560" cy="2430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2518" lang="pt-BR" spc="-676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R$ [—]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6850841"/>
            <a:ext cx="5440353" cy="1419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arrecadados com a</a:t>
            </a:r>
            <a:br/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ação e as doações</a:t>
            </a:r>
          </a:p>
        </p:txBody>
      </p:sp>
      <p:sp>
        <p:nvSpPr>
          <p:cNvPr id="11" name="Texto: fonte"/>
          <p:cNvSpPr txBox="1"/>
          <p:nvPr/>
        </p:nvSpPr>
        <p:spPr>
          <a:xfrm>
            <a:off x="915442" y="8550152"/>
            <a:ext cx="5718006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4A5568"/>
                </a:solidFill>
                <a:latin typeface="Barlow"/>
                <a:ea typeface="Barlow"/>
                <a:cs typeface="Barlow"/>
              </a:rPr>
              <a:t>[PENDENTE: planilha conferida pelo Financeiro]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2303324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quanto saiu?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442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1079840"/>
            <a:ext cx="71369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Saiu</a:t>
            </a:r>
          </a:p>
        </p:txBody>
      </p:sp>
      <p:sp>
        <p:nvSpPr>
          <p:cNvPr id="9" name="Texto: num"/>
          <p:cNvSpPr txBox="1"/>
          <p:nvPr/>
        </p:nvSpPr>
        <p:spPr>
          <a:xfrm>
            <a:off x="915442" y="4816697"/>
            <a:ext cx="7053560" cy="2430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2518" lang="pt-BR" spc="-676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R$ [—]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7205647"/>
            <a:ext cx="8870588" cy="7097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em itens de higiene e no prêmio</a:t>
            </a:r>
          </a:p>
        </p:txBody>
      </p:sp>
      <p:sp>
        <p:nvSpPr>
          <p:cNvPr id="11" name="Texto: fonte"/>
          <p:cNvSpPr txBox="1"/>
          <p:nvPr/>
        </p:nvSpPr>
        <p:spPr>
          <a:xfrm>
            <a:off x="915442" y="8195346"/>
            <a:ext cx="3256940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4A5568"/>
                </a:solidFill>
                <a:latin typeface="Barlow"/>
                <a:ea typeface="Barlow"/>
                <a:cs typeface="Barlow"/>
              </a:rPr>
              <a:t>[PENDENTE: notas fiscais]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3281988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que foi entregue?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500196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278934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466731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743700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7931497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8208466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o: tag"/>
          <p:cNvSpPr txBox="1"/>
          <p:nvPr/>
        </p:nvSpPr>
        <p:spPr>
          <a:xfrm>
            <a:off x="915442" y="1079840"/>
            <a:ext cx="143156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Entregue</a:t>
            </a:r>
          </a:p>
        </p:txBody>
      </p:sp>
      <p:sp>
        <p:nvSpPr>
          <p:cNvPr id="15" name="Texto: h2"/>
          <p:cNvSpPr txBox="1"/>
          <p:nvPr/>
        </p:nvSpPr>
        <p:spPr>
          <a:xfrm>
            <a:off x="915442" y="3792707"/>
            <a:ext cx="6425565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Itens por unidade</a:t>
            </a:r>
          </a:p>
        </p:txBody>
      </p:sp>
      <p:sp>
        <p:nvSpPr>
          <p:cNvPr id="16" name="Texto: span"/>
          <p:cNvSpPr txBox="1"/>
          <p:nvPr/>
        </p:nvSpPr>
        <p:spPr>
          <a:xfrm>
            <a:off x="1488378" y="5173587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7" name="Texto: li"/>
          <p:cNvSpPr txBox="1"/>
          <p:nvPr/>
        </p:nvSpPr>
        <p:spPr>
          <a:xfrm>
            <a:off x="2175867" y="5348416"/>
            <a:ext cx="3659669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PEM: [PENDENTE]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56283" y="6638353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6813182"/>
            <a:ext cx="3667199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CCM: [PENDENTE]</a:t>
            </a:r>
          </a:p>
        </p:txBody>
      </p:sp>
      <p:sp>
        <p:nvSpPr>
          <p:cNvPr id="20" name="Texto: span"/>
          <p:cNvSpPr txBox="1"/>
          <p:nvPr/>
        </p:nvSpPr>
        <p:spPr>
          <a:xfrm>
            <a:off x="1456618" y="8103120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1" name="Texto: li"/>
          <p:cNvSpPr txBox="1"/>
          <p:nvPr/>
        </p:nvSpPr>
        <p:spPr>
          <a:xfrm>
            <a:off x="2175867" y="8277949"/>
            <a:ext cx="3774430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CPIM: [PENDENTE]</a:t>
            </a:r>
          </a:p>
        </p:txBody>
      </p:sp>
      <p:sp>
        <p:nvSpPr>
          <p:cNvPr id="22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4056608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7866013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36313" y="5897555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Obrigado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2295302" y="6666281"/>
            <a:ext cx="5696396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Pela confiança.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20413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09 a 13/11: Prestação de contas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