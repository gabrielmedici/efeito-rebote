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Prestação de contas</a:t>
            </a:r>
          </a:p>
          <a:p/>
          <a:p>
            <a:r>
              <a:t>LEGENDA PRONTA</a:t>
            </a:r>
          </a:p>
          <a:p>
            <a:r>
              <a:t>Prometemos mostrar para onde foi cada real. Aqui está.</a:t>
            </a:r>
          </a:p>
          <a:p/>
          <a:p>
            <a:r>
              <a:t>Entrou: R$ [PENDENTE], somando a ação de arrecadação e as doações.</a:t>
            </a:r>
          </a:p>
          <a:p>
            <a:r>
              <a:t>Saiu: R$ [PENDENTE] em itens de higiene e no prêmio.</a:t>
            </a:r>
          </a:p>
          <a:p>
            <a:r>
              <a:t>Entregamos [PENDENTE] itens nas unidades prisionais de Maringá.</a:t>
            </a:r>
          </a:p>
          <a:p/>
          <a:p>
            <a:r>
              <a:t>Os comprovantes ficam com a comissão financeira e estão disponíveis a quem pedir.</a:t>
            </a:r>
          </a:p>
          <a:p/>
          <a:p>
            <a:r>
              <a:t>Obrigado pela confiança.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4720445"/>
            <a:ext cx="2182832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Transparência</a:t>
            </a:r>
          </a:p>
        </p:txBody>
      </p:sp>
      <p:sp>
        <p:nvSpPr>
          <p:cNvPr id="10" name="Texto: h1"/>
          <p:cNvSpPr txBox="1"/>
          <p:nvPr/>
        </p:nvSpPr>
        <p:spPr>
          <a:xfrm>
            <a:off x="915442" y="5260690"/>
            <a:ext cx="4979506" cy="24598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Prestação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de contas</a:t>
            </a:r>
          </a:p>
        </p:txBody>
      </p:sp>
      <p:sp>
        <p:nvSpPr>
          <p:cNvPr id="11" name="Texto: lead"/>
          <p:cNvSpPr txBox="1"/>
          <p:nvPr/>
        </p:nvSpPr>
        <p:spPr>
          <a:xfrm>
            <a:off x="915442" y="8220334"/>
            <a:ext cx="5582251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Quanto entrou, quanto foi gasto e o que foi entregue.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3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747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: on"/>
          <p:cNvSpPr/>
          <p:nvPr/>
        </p:nvSpPr>
        <p:spPr>
          <a:xfrm>
            <a:off x="830341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o: tag"/>
          <p:cNvSpPr txBox="1"/>
          <p:nvPr/>
        </p:nvSpPr>
        <p:spPr>
          <a:xfrm>
            <a:off x="915442" y="1018941"/>
            <a:ext cx="1071563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Entrou</a:t>
            </a:r>
          </a:p>
        </p:txBody>
      </p:sp>
      <p:sp>
        <p:nvSpPr>
          <p:cNvPr id="9" name="Texto: num"/>
          <p:cNvSpPr txBox="1"/>
          <p:nvPr/>
        </p:nvSpPr>
        <p:spPr>
          <a:xfrm>
            <a:off x="915442" y="3460966"/>
            <a:ext cx="7053560" cy="24308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1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2518" lang="pt-BR" spc="-676">
                <a:solidFill>
                  <a:srgbClr val="B5121B"/>
                </a:solidFill>
                <a:latin typeface="Barlow Condensed"/>
                <a:ea typeface="Barlow Condensed"/>
                <a:cs typeface="Barlow Condensed"/>
              </a:rPr>
              <a:t>R$ [—]</a:t>
            </a:r>
          </a:p>
        </p:txBody>
      </p:sp>
      <p:sp>
        <p:nvSpPr>
          <p:cNvPr id="10" name="Texto: h2"/>
          <p:cNvSpPr txBox="1"/>
          <p:nvPr/>
        </p:nvSpPr>
        <p:spPr>
          <a:xfrm>
            <a:off x="915442" y="6691517"/>
            <a:ext cx="5440353" cy="14194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5702" lang="pt-BR" spc="-86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arrecadados com a</a:t>
            </a:r>
            <a:br/>
            <a:r>
              <a:rPr b="1" i="0" sz="5702" lang="pt-BR" spc="-86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ação e as doações</a:t>
            </a:r>
          </a:p>
        </p:txBody>
      </p:sp>
      <p:sp>
        <p:nvSpPr>
          <p:cNvPr id="11" name="Texto: fonte"/>
          <p:cNvSpPr txBox="1"/>
          <p:nvPr/>
        </p:nvSpPr>
        <p:spPr>
          <a:xfrm>
            <a:off x="915442" y="8587185"/>
            <a:ext cx="5718006" cy="3332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944" lang="pt-BR">
                <a:solidFill>
                  <a:srgbClr val="4A5568"/>
                </a:solidFill>
                <a:latin typeface="Barlow"/>
                <a:ea typeface="Barlow"/>
                <a:cs typeface="Barlow"/>
              </a:rPr>
              <a:t>[PENDENTE: planilha conferida pelo Financeiro]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2303324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quanto saiu?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442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o: tag"/>
          <p:cNvSpPr txBox="1"/>
          <p:nvPr/>
        </p:nvSpPr>
        <p:spPr>
          <a:xfrm>
            <a:off x="915442" y="1018941"/>
            <a:ext cx="71369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Saiu</a:t>
            </a:r>
          </a:p>
        </p:txBody>
      </p:sp>
      <p:sp>
        <p:nvSpPr>
          <p:cNvPr id="9" name="Texto: num"/>
          <p:cNvSpPr txBox="1"/>
          <p:nvPr/>
        </p:nvSpPr>
        <p:spPr>
          <a:xfrm>
            <a:off x="915442" y="3815772"/>
            <a:ext cx="7053560" cy="24308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1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2518" lang="pt-BR" spc="-676">
                <a:solidFill>
                  <a:srgbClr val="B5121B"/>
                </a:solidFill>
                <a:latin typeface="Barlow Condensed"/>
                <a:ea typeface="Barlow Condensed"/>
                <a:cs typeface="Barlow Condensed"/>
              </a:rPr>
              <a:t>R$ [—]</a:t>
            </a:r>
          </a:p>
        </p:txBody>
      </p:sp>
      <p:sp>
        <p:nvSpPr>
          <p:cNvPr id="10" name="Texto: h2"/>
          <p:cNvSpPr txBox="1"/>
          <p:nvPr/>
        </p:nvSpPr>
        <p:spPr>
          <a:xfrm>
            <a:off x="915442" y="7046323"/>
            <a:ext cx="8870588" cy="7097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5702" lang="pt-BR" spc="-86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em itens de higiene e no prêmio</a:t>
            </a:r>
          </a:p>
        </p:txBody>
      </p:sp>
      <p:sp>
        <p:nvSpPr>
          <p:cNvPr id="11" name="Texto: fonte"/>
          <p:cNvSpPr txBox="1"/>
          <p:nvPr/>
        </p:nvSpPr>
        <p:spPr>
          <a:xfrm>
            <a:off x="915442" y="8232379"/>
            <a:ext cx="3256940" cy="3332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944" lang="pt-BR">
                <a:solidFill>
                  <a:srgbClr val="4A5568"/>
                </a:solidFill>
                <a:latin typeface="Barlow"/>
                <a:ea typeface="Barlow"/>
                <a:cs typeface="Barlow"/>
              </a:rPr>
              <a:t>[PENDENTE: notas fiscais]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3281988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que foi entregue?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5001964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5278934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6466731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6743700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4967" y="7931497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1243012" y="8208466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9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o: tag"/>
          <p:cNvSpPr txBox="1"/>
          <p:nvPr/>
        </p:nvSpPr>
        <p:spPr>
          <a:xfrm>
            <a:off x="915442" y="1018941"/>
            <a:ext cx="1431563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Entregue</a:t>
            </a:r>
          </a:p>
        </p:txBody>
      </p:sp>
      <p:sp>
        <p:nvSpPr>
          <p:cNvPr id="15" name="Texto: h2"/>
          <p:cNvSpPr txBox="1"/>
          <p:nvPr/>
        </p:nvSpPr>
        <p:spPr>
          <a:xfrm>
            <a:off x="915442" y="3583140"/>
            <a:ext cx="6425565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Itens por unidade</a:t>
            </a:r>
          </a:p>
        </p:txBody>
      </p:sp>
      <p:sp>
        <p:nvSpPr>
          <p:cNvPr id="16" name="Texto: span"/>
          <p:cNvSpPr txBox="1"/>
          <p:nvPr/>
        </p:nvSpPr>
        <p:spPr>
          <a:xfrm>
            <a:off x="1488378" y="5402987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17" name="Texto: li"/>
          <p:cNvSpPr txBox="1"/>
          <p:nvPr/>
        </p:nvSpPr>
        <p:spPr>
          <a:xfrm>
            <a:off x="2175867" y="5388432"/>
            <a:ext cx="3659669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PEM: [PENDENTE]</a:t>
            </a:r>
          </a:p>
        </p:txBody>
      </p:sp>
      <p:sp>
        <p:nvSpPr>
          <p:cNvPr id="18" name="Texto: span"/>
          <p:cNvSpPr txBox="1"/>
          <p:nvPr/>
        </p:nvSpPr>
        <p:spPr>
          <a:xfrm>
            <a:off x="1456283" y="6867754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19" name="Texto: li"/>
          <p:cNvSpPr txBox="1"/>
          <p:nvPr/>
        </p:nvSpPr>
        <p:spPr>
          <a:xfrm>
            <a:off x="2175867" y="6853199"/>
            <a:ext cx="3667199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CCM: [PENDENTE]</a:t>
            </a:r>
          </a:p>
        </p:txBody>
      </p:sp>
      <p:sp>
        <p:nvSpPr>
          <p:cNvPr id="20" name="Texto: span"/>
          <p:cNvSpPr txBox="1"/>
          <p:nvPr/>
        </p:nvSpPr>
        <p:spPr>
          <a:xfrm>
            <a:off x="1456618" y="8332520"/>
            <a:ext cx="25873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3</a:t>
            </a:r>
          </a:p>
        </p:txBody>
      </p:sp>
      <p:sp>
        <p:nvSpPr>
          <p:cNvPr id="21" name="Texto: li"/>
          <p:cNvSpPr txBox="1"/>
          <p:nvPr/>
        </p:nvSpPr>
        <p:spPr>
          <a:xfrm>
            <a:off x="2175867" y="8317965"/>
            <a:ext cx="3774430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CPIM: [PENDENTE]</a:t>
            </a:r>
          </a:p>
        </p:txBody>
      </p:sp>
      <p:sp>
        <p:nvSpPr>
          <p:cNvPr id="22" name="Texto: ponte"/>
          <p:cNvSpPr txBox="1"/>
          <p:nvPr/>
        </p:nvSpPr>
        <p:spPr>
          <a:xfrm>
            <a:off x="915442" y="11496457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4056608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7866013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4436313" y="5836656"/>
            <a:ext cx="1414373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Obrigado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2295302" y="6456714"/>
            <a:ext cx="5696396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Pela confiança.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105380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09 a 13/11: Prestação de contas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