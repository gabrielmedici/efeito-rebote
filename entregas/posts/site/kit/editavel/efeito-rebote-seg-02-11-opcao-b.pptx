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Live curta (8 min) + story do resultado · </a:t>
            </a:r>
          </a:p>
          <a:p>
            <a:r>
              <a:t>Sorteio ao vivo</a:t>
            </a:r>
          </a:p>
          <a:p/>
          <a:p>
            <a:r>
              <a:t>LEGENDA PRONTA</a:t>
            </a:r>
          </a:p>
          <a:p>
            <a:r>
              <a:t>Story do resultado (logo depois da live): Número sorteado: [PENDENTE]. Sorteio feito ao vivo, com ata e testemunhas; a gravação está nos destaques. A comissão vai entrar em contato pelos dados do canhoto.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6025222"/>
            <a:ext cx="279069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1 min · abertura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6565466"/>
            <a:ext cx="7223983" cy="12299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ao vivo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86075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 a 3 min · as regras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6086192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Tudo registrado.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86943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5 min · o sorteio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667506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 sorteado: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[PENDENTE]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26108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5 a 7 min · a ata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500177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Ata assinada.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323578" y="5836656"/>
            <a:ext cx="363969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7 a 8 min · encerramento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575362" y="6456714"/>
            <a:ext cx="9136127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Obrigado pela confiança.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02/11: Sorteio ao vivo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