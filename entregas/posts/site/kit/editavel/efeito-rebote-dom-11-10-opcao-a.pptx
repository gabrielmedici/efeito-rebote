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Analogia do óleo, falando para a câmera · </a:t>
            </a:r>
          </a:p>
          <a:p>
            <a:r>
              <a:t>Você deixaria de trocar o óleo do carro para economizar?</a:t>
            </a:r>
          </a:p>
          <a:p/>
          <a:p>
            <a:r>
              <a:t>LEGENDA PRONTA</a:t>
            </a:r>
          </a:p>
          <a:p>
            <a:r>
              <a:t>Pular a troca de óleo parece economia até o motor dar sinal.</a:t>
            </a:r>
          </a:p>
          <a:p/>
          <a:p>
            <a:r>
              <a:t>Com o sistema prisional, a lógica é parecida. Em 2025, a Defensoria Pública do Paraná encontrou a Penitenciária Estadual de Maringá sem pasta de dente, escova e aparelho de barbear. Quando o básico falta lá dentro, o custo volta para fora, na saúde e no orçamento das famílias. É isso que o nome Efeito Rebote quer dizer.</a:t>
            </a:r>
          </a:p>
          <a:p/>
          <a:p>
            <a:r>
              <a:t>Na terça, o que a Lei de Execução Penal diz sobre higiene, palavra por palavra.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180348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4720592"/>
            <a:ext cx="7621637" cy="4919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Você deixaria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trocar o óleo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do carro para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economizar?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339363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10 s · a comparação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741045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Economiza hoje. 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motor cobra depois.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66627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10 a 20 s · a virada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839746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Na prisão, o básico é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escova, pasta e sabão.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7769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20 a 27 s · o rebote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086602"/>
            <a:ext cx="856297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falta lá dentro,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custo volta para fora.</a:t>
            </a:r>
          </a:p>
        </p:txBody>
      </p:sp>
      <p:sp>
        <p:nvSpPr>
          <p:cNvPr id="9" name="Texto: p"/>
          <p:cNvSpPr txBox="1"/>
          <p:nvPr/>
        </p:nvSpPr>
        <p:spPr>
          <a:xfrm>
            <a:off x="915442" y="7465478"/>
            <a:ext cx="6293450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Na saúde e no bolso das famílias.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24533" y="5836656"/>
            <a:ext cx="263778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27 a 30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Dom 11/10: Você deixaria de trocar o óleo do carro para economizar?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