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Como vai ser o sorteio · </a:t>
            </a:r>
          </a:p>
          <a:p>
            <a:r>
              <a:t>Amanhã tem sorteio ao vivo. Veja como vai funcionar.</a:t>
            </a:r>
          </a:p>
          <a:p/>
          <a:p>
            <a:r>
              <a:t>LEGENDA PRONTA</a:t>
            </a:r>
          </a:p>
          <a:p>
            <a:r>
              <a:t>O sorteio de amanhã fica todo registrado: live aqui no perfil, urna com todos os números, duas testemunhas e ata assinada.</a:t>
            </a:r>
          </a:p>
          <a:p/>
          <a:p>
            <a:r>
              <a:t>A prof.ª Camila acompanha o sorteio. O prêmio pode ser retirado em até 30 dias e, se não for, há novo sorteio, como diz o regulamento. Descontado o custo do prêmio, o valor arrecadado compra itens de higiene, com nota fiscal.</a:t>
            </a:r>
          </a:p>
          <a:p/>
          <a:p>
            <a:r>
              <a:t>A lista dos números está no fim do carrossel. Ative o lembrete da live.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3490530"/>
            <a:ext cx="31834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Ação de arrecadação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030774"/>
            <a:ext cx="7462838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Amanhã tem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Veja como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vai funcionar.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9450249"/>
            <a:ext cx="6238658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E confira a lista dos números participantes.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9153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43694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734348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01131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199114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7653189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901809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9295061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042" y="11534180"/>
            <a:ext cx="380554" cy="380554"/>
          </a:xfrm>
          <a:prstGeom prst="rect">
            <a:avLst/>
          </a:prstGeom>
        </p:spPr>
      </p:pic>
      <p:sp>
        <p:nvSpPr>
          <p:cNvPr id="11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o: tag"/>
          <p:cNvSpPr txBox="1"/>
          <p:nvPr/>
        </p:nvSpPr>
        <p:spPr>
          <a:xfrm>
            <a:off x="915442" y="1018941"/>
            <a:ext cx="14767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As regras</a:t>
            </a:r>
          </a:p>
        </p:txBody>
      </p:sp>
      <p:sp>
        <p:nvSpPr>
          <p:cNvPr id="17" name="Texto: h2"/>
          <p:cNvSpPr txBox="1"/>
          <p:nvPr/>
        </p:nvSpPr>
        <p:spPr>
          <a:xfrm>
            <a:off x="915442" y="2496546"/>
            <a:ext cx="9136127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Como o sorteio acontece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88378" y="4493499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9" name="Texto: it"/>
          <p:cNvSpPr txBox="1"/>
          <p:nvPr/>
        </p:nvSpPr>
        <p:spPr>
          <a:xfrm>
            <a:off x="2175867" y="4218941"/>
            <a:ext cx="639150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Live aqui no perfil, em 02/11, [PENDENTE: horário do sorteio]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283" y="6135370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6120815"/>
            <a:ext cx="683369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Urna com todos os números da lista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618" y="7777242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7502685"/>
            <a:ext cx="697699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Duas testemunhas e a prof.ª Camila presentes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46624" y="9419114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9404559"/>
            <a:ext cx="5914132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Ata assinada, publicada depois</a:t>
            </a:r>
          </a:p>
        </p:txBody>
      </p:sp>
      <p:sp>
        <p:nvSpPr>
          <p:cNvPr id="26" name="Texto: ponte"/>
          <p:cNvSpPr txBox="1"/>
          <p:nvPr/>
        </p:nvSpPr>
        <p:spPr>
          <a:xfrm>
            <a:off x="915442" y="11496457"/>
            <a:ext cx="185704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prêmio?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943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39194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O prêmio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191847"/>
            <a:ext cx="6575524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[PENDENTE: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prêmio, conforme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regulamento]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7504173"/>
            <a:ext cx="8496380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Retirada em até 30 dias. Se não for retirado, há novo sorteio, conforme o regulamento.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229693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os números?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99019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lista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725694"/>
            <a:ext cx="844575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Números participantes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570723"/>
            <a:ext cx="7656469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números, gerados da planilha de controle]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607022" y="8332738"/>
            <a:ext cx="5072955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501314" y="5369931"/>
            <a:ext cx="128422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Amanhã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132790" y="5989989"/>
            <a:ext cx="802141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ação de arrecadação.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797239" y="8572105"/>
            <a:ext cx="4692521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Ative o lembrete da live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01/11: Amanhã tem sorteio ao vivo. Veja como vai funcionar.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