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Uma pesquisa, um limite · </a:t>
            </a:r>
          </a:p>
          <a:p>
            <a:r>
              <a:t>Quem leva a escova de dente para quem está preso?</a:t>
            </a:r>
          </a:p>
          <a:p/>
          <a:p>
            <a:r>
              <a:t>LEGENDA PRONTA</a:t>
            </a:r>
          </a:p>
          <a:p>
            <a:r>
              <a:t>Uma pesquisa publicada na PLOS ONE em 2025 descreve presos que dependem de instituições religiosas ou de familiares para ter escova e pasta de dente.</a:t>
            </a:r>
          </a:p>
          <a:p/>
          <a:p>
            <a:r>
              <a:t>O estudo foi feito numa unidade de Minas Gerais, com 16 pessoas presas, e não representa o país. Mesmo assim, o relato se parece com o que a Defensoria Pública do Paraná ouviu em 2025 em Maringá: o Conselho da Comunidade e as famílias cobrem parte da falta.</a:t>
            </a:r>
          </a:p>
          <a:p/>
          <a:p>
            <a:r>
              <a:t>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180348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720592"/>
            <a:ext cx="7925321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leva 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escova de dente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para quem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está preso?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86747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13 s · a pesquisa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794071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Muitas vezes, 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família ou uma igreja.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58146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13 a 20 s · o limite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7130832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É um recorte, e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retrato do país.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1787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20 a 27 s · aqui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930376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Maringá, a Defensoria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ouviu algo parecido.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61204" y="5836656"/>
            <a:ext cx="256444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31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29/10: Quem leva a escova de dente para quem está preso?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