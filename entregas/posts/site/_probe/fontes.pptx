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"/>
              </a:rPr>
              <a:t>Barlow — Quase 1 em cada 4 volta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90487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latin typeface="Barlow"/>
              </a:rPr>
              <a:t>Barlow +bold — Quase 1 em cada 4 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61925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Medium"/>
              </a:rPr>
              <a:t>Barlow Medium — Quase 1 em cada 4 volta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33362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SemiBold"/>
              </a:rPr>
              <a:t>Barlow SemiBold — Quase 1 em cada 4 volta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0480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Semi Bold"/>
              </a:rPr>
              <a:t>Barlow Semi Bold — Quase 1 em cada 4 volta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376237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-SemiBold"/>
              </a:rPr>
              <a:t>Barlow-SemiBold — Quase 1 em cada 4 volta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447675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Condensed"/>
              </a:rPr>
              <a:t>Barlow Condensed — Quase 1 em cada 4 volta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19112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latin typeface="Barlow Condensed"/>
              </a:rPr>
              <a:t>Barlow Condensed +bold — Quase 1 em cada 4 volta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05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Condensed SemiBold"/>
              </a:rPr>
              <a:t>Barlow Condensed SemiBold — Quase 1 em cada 4 volta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61987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Condensed Medium"/>
              </a:rPr>
              <a:t>Barlow Condensed Medium — Quase 1 em cada 4 volta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733425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ExtraBold"/>
              </a:rPr>
              <a:t>Barlow ExtraBold — Quase 1 em cada 4 volta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804862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Black"/>
              </a:rPr>
              <a:t>Barlow Black — Quase 1 em cada 4 volta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87630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Condensed ExtraBold"/>
              </a:rPr>
              <a:t>Barlow Condensed ExtraBold — Quase 1 em cada 4 volta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947737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Condensed Black"/>
              </a:rPr>
              <a:t>Barlow Condensed Black — Quase 1 em cada 4 volta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1019175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Light"/>
              </a:rPr>
              <a:t>Barlow Light — Quase 1 em cada 4 volta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10906125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Semi Condensed"/>
              </a:rPr>
              <a:t>Barlow Semi Condensed — Quase 1 em cada 4 volta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11620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latin typeface="Barlow Semi Condensed SemiBold"/>
              </a:rPr>
              <a:t>Barlow Semi Condensed SemiBold — Quase 1 em cada 4 volta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